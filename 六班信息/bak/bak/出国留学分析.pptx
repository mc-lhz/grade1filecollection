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4"/>
  </p:notesMasterIdLst>
  <p:sldIdLst>
    <p:sldId id="260" r:id="rId4"/>
    <p:sldId id="261" r:id="rId5"/>
    <p:sldId id="262" r:id="rId6"/>
    <p:sldId id="279" r:id="rId7"/>
    <p:sldId id="264" r:id="rId8"/>
    <p:sldId id="280" r:id="rId9"/>
    <p:sldId id="281" r:id="rId10"/>
    <p:sldId id="267" r:id="rId11"/>
    <p:sldId id="268" r:id="rId12"/>
    <p:sldId id="269" r:id="rId13"/>
    <p:sldId id="270" r:id="rId14"/>
    <p:sldId id="282" r:id="rId15"/>
    <p:sldId id="285" r:id="rId16"/>
    <p:sldId id="273" r:id="rId17"/>
    <p:sldId id="283" r:id="rId18"/>
    <p:sldId id="284" r:id="rId19"/>
    <p:sldId id="286" r:id="rId20"/>
    <p:sldId id="277" r:id="rId21"/>
    <p:sldId id="278" r:id="rId22"/>
    <p:sldId id="287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214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1" Type="http://schemas.openxmlformats.org/officeDocument/2006/relationships/tags" Target="../tags/tag234.xml"/><Relationship Id="rId20" Type="http://schemas.openxmlformats.org/officeDocument/2006/relationships/tags" Target="../tags/tag233.xml"/><Relationship Id="rId2" Type="http://schemas.openxmlformats.org/officeDocument/2006/relationships/tags" Target="../tags/tag215.xml"/><Relationship Id="rId19" Type="http://schemas.openxmlformats.org/officeDocument/2006/relationships/tags" Target="../tags/tag232.xml"/><Relationship Id="rId18" Type="http://schemas.openxmlformats.org/officeDocument/2006/relationships/tags" Target="../tags/tag231.xml"/><Relationship Id="rId17" Type="http://schemas.openxmlformats.org/officeDocument/2006/relationships/tags" Target="../tags/tag230.xml"/><Relationship Id="rId16" Type="http://schemas.openxmlformats.org/officeDocument/2006/relationships/tags" Target="../tags/tag229.xml"/><Relationship Id="rId15" Type="http://schemas.openxmlformats.org/officeDocument/2006/relationships/tags" Target="../tags/tag228.xml"/><Relationship Id="rId14" Type="http://schemas.openxmlformats.org/officeDocument/2006/relationships/tags" Target="../tags/tag227.xml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2" Type="http://schemas.openxmlformats.org/officeDocument/2006/relationships/tags" Target="../tags/tag255.xml"/><Relationship Id="rId21" Type="http://schemas.openxmlformats.org/officeDocument/2006/relationships/tags" Target="../tags/tag254.xml"/><Relationship Id="rId20" Type="http://schemas.openxmlformats.org/officeDocument/2006/relationships/tags" Target="../tags/tag253.xml"/><Relationship Id="rId2" Type="http://schemas.openxmlformats.org/officeDocument/2006/relationships/tags" Target="../tags/tag235.xml"/><Relationship Id="rId19" Type="http://schemas.openxmlformats.org/officeDocument/2006/relationships/tags" Target="../tags/tag252.xml"/><Relationship Id="rId18" Type="http://schemas.openxmlformats.org/officeDocument/2006/relationships/tags" Target="../tags/tag251.xml"/><Relationship Id="rId17" Type="http://schemas.openxmlformats.org/officeDocument/2006/relationships/tags" Target="../tags/tag250.xml"/><Relationship Id="rId16" Type="http://schemas.openxmlformats.org/officeDocument/2006/relationships/tags" Target="../tags/tag249.xml"/><Relationship Id="rId15" Type="http://schemas.openxmlformats.org/officeDocument/2006/relationships/tags" Target="../tags/tag248.xml"/><Relationship Id="rId14" Type="http://schemas.openxmlformats.org/officeDocument/2006/relationships/tags" Target="../tags/tag247.xml"/><Relationship Id="rId13" Type="http://schemas.openxmlformats.org/officeDocument/2006/relationships/tags" Target="../tags/tag246.xml"/><Relationship Id="rId12" Type="http://schemas.openxmlformats.org/officeDocument/2006/relationships/tags" Target="../tags/tag245.xml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9" Type="http://schemas.openxmlformats.org/officeDocument/2006/relationships/tags" Target="../tags/tag273.xml"/><Relationship Id="rId18" Type="http://schemas.openxmlformats.org/officeDocument/2006/relationships/tags" Target="../tags/tag272.xml"/><Relationship Id="rId17" Type="http://schemas.openxmlformats.org/officeDocument/2006/relationships/tags" Target="../tags/tag271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6" Type="http://schemas.openxmlformats.org/officeDocument/2006/relationships/tags" Target="../tags/tag298.xml"/><Relationship Id="rId25" Type="http://schemas.openxmlformats.org/officeDocument/2006/relationships/tags" Target="../tags/tag297.xml"/><Relationship Id="rId24" Type="http://schemas.openxmlformats.org/officeDocument/2006/relationships/tags" Target="../tags/tag296.xml"/><Relationship Id="rId23" Type="http://schemas.openxmlformats.org/officeDocument/2006/relationships/tags" Target="../tags/tag295.xml"/><Relationship Id="rId22" Type="http://schemas.openxmlformats.org/officeDocument/2006/relationships/tags" Target="../tags/tag294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0" Type="http://schemas.openxmlformats.org/officeDocument/2006/relationships/tags" Target="../tags/tag307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0" Type="http://schemas.openxmlformats.org/officeDocument/2006/relationships/tags" Target="../tags/tag316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5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31" name="内容占位符 30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505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6576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8" name="装饰  7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1" name="装饰  0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9296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9448800" y="45212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3" name="文本占位符 42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448800" y="50292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图片占位符 30"/>
          <p:cNvSpPr>
            <a:spLocks noGrp="1"/>
          </p:cNvSpPr>
          <p:nvPr>
            <p:ph type="pic" idx="16394" hasCustomPrompt="1"/>
            <p:custDataLst>
              <p:tags r:id="rId3"/>
            </p:custDataLst>
          </p:nvPr>
        </p:nvSpPr>
        <p:spPr>
          <a:xfrm>
            <a:off x="609600" y="2336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22352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743200"/>
            <a:ext cx="3784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4" name="图片占位符 33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6324600" y="2336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5" name="文本占位符 34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797800" y="22352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7797800" y="2743200"/>
            <a:ext cx="3784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7" name="图片占位符 36"/>
          <p:cNvSpPr>
            <a:spLocks noGrp="1"/>
          </p:cNvSpPr>
          <p:nvPr>
            <p:ph type="pic" idx="16396" hasCustomPrompt="1"/>
            <p:custDataLst>
              <p:tags r:id="rId9"/>
            </p:custDataLst>
          </p:nvPr>
        </p:nvSpPr>
        <p:spPr>
          <a:xfrm>
            <a:off x="609600" y="4216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4622800"/>
            <a:ext cx="3784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6324600" y="4216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7797800" y="4622800"/>
            <a:ext cx="3784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44196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100584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9144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9144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3" name="装饰  2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4" name="图片占位符 43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5" name="文本占位符 44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65532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6" name="文本占位符 45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65532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4" hasCustomPrompt="1"/>
            <p:custDataLst>
              <p:tags r:id="rId3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5" hasCustomPrompt="1"/>
            <p:custDataLst>
              <p:tags r:id="rId4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7" hasCustomPrompt="1"/>
            <p:custDataLst>
              <p:tags r:id="rId8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9" hasCustomPrompt="1"/>
            <p:custDataLst>
              <p:tags r:id="rId12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3" name="装饰  2"/>
          <p:cNvSpPr>
            <a:spLocks noGrp="1"/>
          </p:cNvSpPr>
          <p:nvPr>
            <p:ph type="body" idx="16400" hasCustomPrompt="1"/>
            <p:custDataLst>
              <p:tags r:id="rId15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4" name="图片占位符 43"/>
          <p:cNvSpPr>
            <a:spLocks noGrp="1"/>
          </p:cNvSpPr>
          <p:nvPr>
            <p:ph type="pic" idx="16401" hasCustomPrompt="1"/>
            <p:custDataLst>
              <p:tags r:id="rId16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5" name="文本占位符 44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6" name="文本占位符 45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082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641600"/>
            <a:ext cx="2286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3505200" y="2082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3505200" y="2641600"/>
            <a:ext cx="2286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6400800" y="2082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00800" y="2641600"/>
            <a:ext cx="2286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9296400" y="2082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9296400" y="2641600"/>
            <a:ext cx="22860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31" name="装饰  0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8" name="装饰  7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8" name="装饰  7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8" name="装饰  7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内容占位符 30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6" name="文本占位符 35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1" name="装饰  0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装饰  1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17272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图片占位符 32"/>
          <p:cNvSpPr>
            <a:spLocks noGrp="1"/>
          </p:cNvSpPr>
          <p:nvPr>
            <p:ph type="pic" idx="16392" hasCustomPrompt="1"/>
            <p:custDataLst>
              <p:tags r:id="rId5"/>
            </p:custDataLst>
          </p:nvPr>
        </p:nvSpPr>
        <p:spPr>
          <a:xfrm>
            <a:off x="20116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6" name="装饰  5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7" name="装饰  6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54864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8" name="图片占位符 37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57708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9" name="文本占位符 38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7752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7752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1" name="装饰  0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2" name="装饰  1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2456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3" name="图片占位符 42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95300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4" name="文本占位符 43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5" name="文本占位符 44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标题 29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31" name="装饰  0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2" name="图片占位符 31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5" name="装饰  4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6" name="图片占位符 35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图片占位符 39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0" name="副标题 29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1" name="标题 30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33" name="装饰  2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36" name="装饰  5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39" name="装饰  8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b64f759a-1c32-11f1-aa40-8a0707860bf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 idx="10" hasCustomPrompt="1"/>
            <p:custDataLst>
              <p:tags r:id="rId3"/>
            </p:custDataLst>
          </p:nvPr>
        </p:nvSpPr>
        <p:spPr>
          <a:xfrm>
            <a:off x="5665470" y="2708593"/>
            <a:ext cx="5059680" cy="977265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6400">
                <a:solidFill>
                  <a:srgbClr val="020201"/>
                </a:solidFill>
                <a:ea typeface="华康UD宋 W6" panose="02020609000000000000" charset="-122"/>
              </a:defRPr>
            </a:lvl1pPr>
          </a:lstStyle>
          <a:p>
            <a:r>
              <a:rPr lang="zh-CN" altLang="en-US" smtClean="0"/>
              <a:t>出国留学分析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1" hasCustomPrompt="1"/>
            <p:custDataLst>
              <p:tags r:id="rId4"/>
            </p:custDataLst>
          </p:nvPr>
        </p:nvSpPr>
        <p:spPr>
          <a:xfrm>
            <a:off x="8434070" y="3883025"/>
            <a:ext cx="2164080" cy="450850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2600">
                <a:solidFill>
                  <a:srgbClr val="030302"/>
                </a:solidFill>
                <a:ea typeface="华康UD宋 W6" panose="02020609000000000000" charset="-122"/>
              </a:defRPr>
            </a:lvl1pPr>
          </a:lstStyle>
          <a:p>
            <a:pPr lvl="0"/>
            <a:r>
              <a:rPr lang="zh-CN" altLang="en-US" smtClean="0"/>
              <a:t>汇报人：姓名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2" hasCustomPrompt="1"/>
            <p:custDataLst>
              <p:tags r:id="rId5"/>
            </p:custDataLst>
          </p:nvPr>
        </p:nvSpPr>
        <p:spPr>
          <a:xfrm>
            <a:off x="8939530" y="4543425"/>
            <a:ext cx="1690370" cy="450850"/>
          </a:xfrm>
        </p:spPr>
        <p:txBody>
          <a:bodyPr wrap="none" anchor="ctr" anchorCtr="0">
            <a:spAutoFit/>
          </a:bodyPr>
          <a:lstStyle>
            <a:lvl1pPr algn="r">
              <a:buNone/>
              <a:defRPr sz="2600">
                <a:solidFill>
                  <a:srgbClr val="030302"/>
                </a:solidFill>
                <a:ea typeface="华康UD宋 W6" panose="02020609000000000000" charset="-122"/>
              </a:defRPr>
            </a:lvl1pPr>
          </a:lstStyle>
          <a:p>
            <a:pPr lvl="0"/>
            <a:r>
              <a:rPr lang="zh-CN" altLang="en-US" smtClean="0"/>
              <a:t>2026.03.10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b64f7631-1c32-11f1-aa40-8a0707860bf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 idx="10" hasCustomPrompt="1"/>
            <p:custDataLst>
              <p:tags r:id="rId3"/>
            </p:custDataLst>
          </p:nvPr>
        </p:nvSpPr>
        <p:spPr>
          <a:xfrm>
            <a:off x="6214110" y="2914650"/>
            <a:ext cx="4577080" cy="1289050"/>
          </a:xfrm>
        </p:spPr>
        <p:txBody>
          <a:bodyPr wrap="none" anchor="ctr" anchorCtr="0">
            <a:spAutoFit/>
          </a:bodyPr>
          <a:lstStyle>
            <a:lvl1pPr algn="ctr">
              <a:buNone/>
              <a:defRPr sz="8650">
                <a:solidFill>
                  <a:srgbClr val="F9FAFA"/>
                </a:solidFill>
                <a:ea typeface="华康UD宋 W6" panose="02020609000000000000" charset="-122"/>
              </a:defRPr>
            </a:lvl1pPr>
          </a:lstStyle>
          <a:p>
            <a:r>
              <a:rPr lang="zh-CN" altLang="en-US" smtClean="0"/>
              <a:t>感谢聆听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t>CONTENTS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9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1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3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4" hasCustomPrompt="1"/>
            <p:custDataLst>
              <p:tags r:id="rId20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21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此处添加项标题内容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6" hasCustomPrompt="1"/>
            <p:custDataLst>
              <p:tags r:id="rId4"/>
            </p:custDataLst>
          </p:nvPr>
        </p:nvSpPr>
        <p:spPr>
          <a:xfrm>
            <a:off x="12573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4" hasCustomPrompt="1"/>
            <p:custDataLst>
              <p:tags r:id="rId5"/>
            </p:custDataLst>
          </p:nvPr>
        </p:nvSpPr>
        <p:spPr>
          <a:xfrm>
            <a:off x="15417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40767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43611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8354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8354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401" hasCustomPrompt="1"/>
            <p:custDataLst>
              <p:tags r:id="rId13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2" hasCustomPrompt="1"/>
            <p:custDataLst>
              <p:tags r:id="rId14"/>
            </p:custDataLst>
          </p:nvPr>
        </p:nvSpPr>
        <p:spPr>
          <a:xfrm>
            <a:off x="68961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400" hasCustomPrompt="1"/>
            <p:custDataLst>
              <p:tags r:id="rId15"/>
            </p:custDataLst>
          </p:nvPr>
        </p:nvSpPr>
        <p:spPr>
          <a:xfrm>
            <a:off x="71805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6548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6548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4" hasCustomPrompt="1"/>
            <p:custDataLst>
              <p:tags r:id="rId18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97155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3" hasCustomPrompt="1"/>
            <p:custDataLst>
              <p:tags r:id="rId20"/>
            </p:custDataLst>
          </p:nvPr>
        </p:nvSpPr>
        <p:spPr>
          <a:xfrm>
            <a:off x="99999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21"/>
            </p:custDataLst>
          </p:nvPr>
        </p:nvSpPr>
        <p:spPr>
          <a:xfrm>
            <a:off x="9474200" y="36068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2"/>
            </p:custDataLst>
          </p:nvPr>
        </p:nvSpPr>
        <p:spPr>
          <a:xfrm>
            <a:off x="9474200" y="4165600"/>
            <a:ext cx="1701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5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67000"/>
            <a:ext cx="2362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9" hasCustomPrompt="1"/>
            <p:custDataLst>
              <p:tags r:id="rId4"/>
            </p:custDataLst>
          </p:nvPr>
        </p:nvSpPr>
        <p:spPr>
          <a:xfrm>
            <a:off x="3581400" y="6096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3898900" y="1066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9652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5410200" y="14732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400" hasCustomPrompt="1"/>
            <p:custDataLst>
              <p:tags r:id="rId8"/>
            </p:custDataLst>
          </p:nvPr>
        </p:nvSpPr>
        <p:spPr>
          <a:xfrm>
            <a:off x="7658100" y="6096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7975600" y="1066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9486900" y="9652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9486900" y="14732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401" hasCustomPrompt="1"/>
            <p:custDataLst>
              <p:tags r:id="rId12"/>
            </p:custDataLst>
          </p:nvPr>
        </p:nvSpPr>
        <p:spPr>
          <a:xfrm>
            <a:off x="3581400" y="35052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3898900" y="3962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5410200" y="38608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5410200" y="43688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2" hasCustomPrompt="1"/>
            <p:custDataLst>
              <p:tags r:id="rId16"/>
            </p:custDataLst>
          </p:nvPr>
        </p:nvSpPr>
        <p:spPr>
          <a:xfrm>
            <a:off x="7658100" y="3505200"/>
            <a:ext cx="3924300" cy="2743200"/>
          </a:xfrm>
          <a:custGeom>
            <a:avLst/>
            <a:gdLst>
              <a:gd name="connisteX0" fmla="*/ 0 w 3924300"/>
              <a:gd name="connsiteY0" fmla="*/ 203200 h 2743200"/>
              <a:gd name="connisteX1" fmla="*/ 203200 w 3924300"/>
              <a:gd name="connsiteY1" fmla="*/ 0 h 2743200"/>
              <a:gd name="connisteX2" fmla="*/ 3721100 w 3924300"/>
              <a:gd name="connsiteY2" fmla="*/ 0 h 2743200"/>
              <a:gd name="connisteX3" fmla="*/ 3924300 w 3924300"/>
              <a:gd name="connsiteY3" fmla="*/ 203200 h 2743200"/>
              <a:gd name="connisteX4" fmla="*/ 3924300 w 3924300"/>
              <a:gd name="connsiteY4" fmla="*/ 2540000 h 2743200"/>
              <a:gd name="connisteX5" fmla="*/ 3721100 w 3924300"/>
              <a:gd name="connsiteY5" fmla="*/ 2743200 h 2743200"/>
              <a:gd name="connisteX6" fmla="*/ 203200 w 3924300"/>
              <a:gd name="connsiteY6" fmla="*/ 2743200 h 2743200"/>
              <a:gd name="connisteX7" fmla="*/ 0 w 3924300"/>
              <a:gd name="connsiteY7" fmla="*/ 2540000 h 2743200"/>
              <a:gd name="connisteX8" fmla="*/ 0 w 39243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9243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721100" y="0"/>
                </a:lnTo>
                <a:cubicBezTo>
                  <a:pt x="3833324" y="0"/>
                  <a:pt x="3924300" y="90976"/>
                  <a:pt x="3924300" y="203200"/>
                </a:cubicBezTo>
                <a:lnTo>
                  <a:pt x="3924300" y="2540000"/>
                </a:lnTo>
                <a:cubicBezTo>
                  <a:pt x="3924300" y="2652224"/>
                  <a:pt x="3833324" y="2743200"/>
                  <a:pt x="37211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7975600" y="3962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9486900" y="3860800"/>
            <a:ext cx="1790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9486900" y="4368800"/>
            <a:ext cx="17907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404" hasCustomPrompt="1"/>
            <p:custDataLst>
              <p:tags r:id="rId3"/>
            </p:custDataLst>
          </p:nvPr>
        </p:nvSpPr>
        <p:spPr>
          <a:xfrm>
            <a:off x="609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62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422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422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405" hasCustomPrompt="1"/>
            <p:custDataLst>
              <p:tags r:id="rId7"/>
            </p:custDataLst>
          </p:nvPr>
        </p:nvSpPr>
        <p:spPr>
          <a:xfrm>
            <a:off x="6324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77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137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137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406" hasCustomPrompt="1"/>
            <p:custDataLst>
              <p:tags r:id="rId11"/>
            </p:custDataLst>
          </p:nvPr>
        </p:nvSpPr>
        <p:spPr>
          <a:xfrm>
            <a:off x="609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62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422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422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7" hasCustomPrompt="1"/>
            <p:custDataLst>
              <p:tags r:id="rId15"/>
            </p:custDataLst>
          </p:nvPr>
        </p:nvSpPr>
        <p:spPr>
          <a:xfrm>
            <a:off x="6324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77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137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137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8" hasCustomPrompt="1"/>
            <p:custDataLst>
              <p:tags r:id="rId19"/>
            </p:custDataLst>
          </p:nvPr>
        </p:nvSpPr>
        <p:spPr>
          <a:xfrm>
            <a:off x="609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62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422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422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9" hasCustomPrompt="1"/>
            <p:custDataLst>
              <p:tags r:id="rId23"/>
            </p:custDataLst>
          </p:nvPr>
        </p:nvSpPr>
        <p:spPr>
          <a:xfrm>
            <a:off x="6324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403" hasCustomPrompt="1"/>
            <p:custDataLst>
              <p:tags r:id="rId24"/>
            </p:custDataLst>
          </p:nvPr>
        </p:nvSpPr>
        <p:spPr>
          <a:xfrm>
            <a:off x="6477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401" hasCustomPrompt="1"/>
            <p:custDataLst>
              <p:tags r:id="rId25"/>
            </p:custDataLst>
          </p:nvPr>
        </p:nvSpPr>
        <p:spPr>
          <a:xfrm>
            <a:off x="7137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402" hasCustomPrompt="1"/>
            <p:custDataLst>
              <p:tags r:id="rId26"/>
            </p:custDataLst>
          </p:nvPr>
        </p:nvSpPr>
        <p:spPr>
          <a:xfrm>
            <a:off x="7137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此处添加页面标题内容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10795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66800" y="37846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66800" y="4292600"/>
            <a:ext cx="198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3670300" y="2362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37846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3657600" y="4292600"/>
            <a:ext cx="198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此处添加正文内容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-1-2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此处添加章节标题内容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35" Type="http://schemas.openxmlformats.org/officeDocument/2006/relationships/tags" Target="../tags/tag320.xml"/><Relationship Id="rId34" Type="http://schemas.openxmlformats.org/officeDocument/2006/relationships/tags" Target="../tags/tag319.xml"/><Relationship Id="rId33" Type="http://schemas.openxmlformats.org/officeDocument/2006/relationships/image" Target="../media/image3.png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b64f77f1-1c32-11f1-aa40-8a0707860bfc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5.xml"/><Relationship Id="rId6" Type="http://schemas.openxmlformats.org/officeDocument/2006/relationships/tags" Target="../tags/tag32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3.xml"/><Relationship Id="rId8" Type="http://schemas.openxmlformats.org/officeDocument/2006/relationships/tags" Target="../tags/tag332.xml"/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4" Type="http://schemas.openxmlformats.org/officeDocument/2006/relationships/slideLayout" Target="../slideLayouts/slideLayout24.xml"/><Relationship Id="rId13" Type="http://schemas.openxmlformats.org/officeDocument/2006/relationships/tags" Target="../tags/tag336.xml"/><Relationship Id="rId12" Type="http://schemas.openxmlformats.org/officeDocument/2006/relationships/hyperlink" Target="https://aippt.wps.cn/?open_position=share_url_link" TargetMode="External"/><Relationship Id="rId11" Type="http://schemas.openxmlformats.org/officeDocument/2006/relationships/tags" Target="../tags/tag335.xml"/><Relationship Id="rId10" Type="http://schemas.openxmlformats.org/officeDocument/2006/relationships/tags" Target="../tags/tag334.xml"/><Relationship Id="rId1" Type="http://schemas.openxmlformats.org/officeDocument/2006/relationships/tags" Target="../tags/tag32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tags" Target="../tags/tag3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image" Target="../media/image6.jpeg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image" Target="../media/image8.jpeg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4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0.xml"/><Relationship Id="rId8" Type="http://schemas.openxmlformats.org/officeDocument/2006/relationships/tags" Target="../tags/tag359.xml"/><Relationship Id="rId7" Type="http://schemas.openxmlformats.org/officeDocument/2006/relationships/tags" Target="../tags/tag35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4" Type="http://schemas.openxmlformats.org/officeDocument/2006/relationships/slideLayout" Target="../slideLayouts/slideLayout22.xml"/><Relationship Id="rId23" Type="http://schemas.openxmlformats.org/officeDocument/2006/relationships/tags" Target="../tags/tag370.xml"/><Relationship Id="rId22" Type="http://schemas.openxmlformats.org/officeDocument/2006/relationships/tags" Target="../tags/tag369.xml"/><Relationship Id="rId21" Type="http://schemas.openxmlformats.org/officeDocument/2006/relationships/tags" Target="../tags/tag368.xml"/><Relationship Id="rId20" Type="http://schemas.openxmlformats.org/officeDocument/2006/relationships/image" Target="../media/image14.svg"/><Relationship Id="rId2" Type="http://schemas.openxmlformats.org/officeDocument/2006/relationships/tags" Target="../tags/tag355.xml"/><Relationship Id="rId19" Type="http://schemas.openxmlformats.org/officeDocument/2006/relationships/image" Target="../media/image13.png"/><Relationship Id="rId18" Type="http://schemas.openxmlformats.org/officeDocument/2006/relationships/tags" Target="../tags/tag367.xml"/><Relationship Id="rId17" Type="http://schemas.openxmlformats.org/officeDocument/2006/relationships/tags" Target="../tags/tag366.xml"/><Relationship Id="rId16" Type="http://schemas.openxmlformats.org/officeDocument/2006/relationships/tags" Target="../tags/tag365.xml"/><Relationship Id="rId15" Type="http://schemas.openxmlformats.org/officeDocument/2006/relationships/tags" Target="../tags/tag364.xml"/><Relationship Id="rId14" Type="http://schemas.openxmlformats.org/officeDocument/2006/relationships/tags" Target="../tags/tag363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362.xml"/><Relationship Id="rId10" Type="http://schemas.openxmlformats.org/officeDocument/2006/relationships/tags" Target="../tags/tag361.xml"/><Relationship Id="rId1" Type="http://schemas.openxmlformats.org/officeDocument/2006/relationships/tags" Target="../tags/tag3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image" Target="../media/image15.jpeg"/><Relationship Id="rId2" Type="http://schemas.openxmlformats.org/officeDocument/2006/relationships/tags" Target="../tags/tag372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379.xml"/><Relationship Id="rId1" Type="http://schemas.openxmlformats.org/officeDocument/2006/relationships/tags" Target="../tags/tag37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tags" Target="../tags/tag385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3" Type="http://schemas.openxmlformats.org/officeDocument/2006/relationships/image" Target="../media/image16.jpeg"/><Relationship Id="rId2" Type="http://schemas.openxmlformats.org/officeDocument/2006/relationships/tags" Target="../tags/tag381.xml"/><Relationship Id="rId14" Type="http://schemas.openxmlformats.org/officeDocument/2006/relationships/slideLayout" Target="../slideLayouts/slideLayout20.xml"/><Relationship Id="rId13" Type="http://schemas.openxmlformats.org/officeDocument/2006/relationships/tags" Target="../tags/tag391.xml"/><Relationship Id="rId12" Type="http://schemas.openxmlformats.org/officeDocument/2006/relationships/tags" Target="../tags/tag390.xml"/><Relationship Id="rId11" Type="http://schemas.openxmlformats.org/officeDocument/2006/relationships/tags" Target="../tags/tag389.xml"/><Relationship Id="rId10" Type="http://schemas.openxmlformats.org/officeDocument/2006/relationships/tags" Target="../tags/tag388.xml"/><Relationship Id="rId1" Type="http://schemas.openxmlformats.org/officeDocument/2006/relationships/tags" Target="../tags/tag38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02.xml"/><Relationship Id="rId8" Type="http://schemas.openxmlformats.org/officeDocument/2006/relationships/tags" Target="../tags/tag401.xml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image" Target="../media/image17.jpeg"/><Relationship Id="rId2" Type="http://schemas.openxmlformats.org/officeDocument/2006/relationships/tags" Target="../tags/tag396.xml"/><Relationship Id="rId14" Type="http://schemas.openxmlformats.org/officeDocument/2006/relationships/slideLayout" Target="../slideLayouts/slideLayout19.xml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tags" Target="../tags/tag403.xml"/><Relationship Id="rId1" Type="http://schemas.openxmlformats.org/officeDocument/2006/relationships/tags" Target="../tags/tag39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14.xml"/><Relationship Id="rId8" Type="http://schemas.openxmlformats.org/officeDocument/2006/relationships/tags" Target="../tags/tag413.xml"/><Relationship Id="rId7" Type="http://schemas.openxmlformats.org/officeDocument/2006/relationships/tags" Target="../tags/tag412.x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4" Type="http://schemas.openxmlformats.org/officeDocument/2006/relationships/tags" Target="../tags/tag409.xml"/><Relationship Id="rId3" Type="http://schemas.openxmlformats.org/officeDocument/2006/relationships/image" Target="../media/image18.jpeg"/><Relationship Id="rId2" Type="http://schemas.openxmlformats.org/officeDocument/2006/relationships/tags" Target="../tags/tag408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418.xml"/><Relationship Id="rId12" Type="http://schemas.openxmlformats.org/officeDocument/2006/relationships/tags" Target="../tags/tag417.xml"/><Relationship Id="rId11" Type="http://schemas.openxmlformats.org/officeDocument/2006/relationships/tags" Target="../tags/tag416.xml"/><Relationship Id="rId10" Type="http://schemas.openxmlformats.org/officeDocument/2006/relationships/tags" Target="../tags/tag415.xml"/><Relationship Id="rId1" Type="http://schemas.openxmlformats.org/officeDocument/2006/relationships/tags" Target="../tags/tag40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tags" Target="../tags/tag41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image" Target="../media/image19.jpeg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435.xml"/><Relationship Id="rId16" Type="http://schemas.openxmlformats.org/officeDocument/2006/relationships/tags" Target="../tags/tag434.xml"/><Relationship Id="rId15" Type="http://schemas.openxmlformats.org/officeDocument/2006/relationships/tags" Target="../tags/tag433.xml"/><Relationship Id="rId14" Type="http://schemas.openxmlformats.org/officeDocument/2006/relationships/image" Target="../media/image21.jpeg"/><Relationship Id="rId13" Type="http://schemas.openxmlformats.org/officeDocument/2006/relationships/tags" Target="../tags/tag432.xml"/><Relationship Id="rId12" Type="http://schemas.openxmlformats.org/officeDocument/2006/relationships/tags" Target="../tags/tag431.xml"/><Relationship Id="rId11" Type="http://schemas.openxmlformats.org/officeDocument/2006/relationships/tags" Target="../tags/tag430.xml"/><Relationship Id="rId10" Type="http://schemas.openxmlformats.org/officeDocument/2006/relationships/tags" Target="../tags/tag429.xml"/><Relationship Id="rId1" Type="http://schemas.openxmlformats.org/officeDocument/2006/relationships/tags" Target="../tags/tag42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tags" Target="../tags/tag442.xml"/><Relationship Id="rId7" Type="http://schemas.openxmlformats.org/officeDocument/2006/relationships/tags" Target="../tags/tag441.xml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image" Target="../media/image22.jpeg"/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449.xml"/><Relationship Id="rId16" Type="http://schemas.openxmlformats.org/officeDocument/2006/relationships/tags" Target="../tags/tag448.xml"/><Relationship Id="rId15" Type="http://schemas.openxmlformats.org/officeDocument/2006/relationships/tags" Target="../tags/tag447.xml"/><Relationship Id="rId14" Type="http://schemas.openxmlformats.org/officeDocument/2006/relationships/image" Target="../media/image24.jpeg"/><Relationship Id="rId13" Type="http://schemas.openxmlformats.org/officeDocument/2006/relationships/tags" Target="../tags/tag446.xml"/><Relationship Id="rId12" Type="http://schemas.openxmlformats.org/officeDocument/2006/relationships/tags" Target="../tags/tag445.xml"/><Relationship Id="rId11" Type="http://schemas.openxmlformats.org/officeDocument/2006/relationships/tags" Target="../tags/tag444.xml"/><Relationship Id="rId10" Type="http://schemas.openxmlformats.org/officeDocument/2006/relationships/tags" Target="../tags/tag443.xml"/><Relationship Id="rId1" Type="http://schemas.openxmlformats.org/officeDocument/2006/relationships/tags" Target="../tags/tag43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459.xml"/><Relationship Id="rId1" Type="http://schemas.openxmlformats.org/officeDocument/2006/relationships/tags" Target="../tags/tag45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tags" Target="../tags/tag466.xml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image" Target="../media/image25.jpeg"/><Relationship Id="rId3" Type="http://schemas.openxmlformats.org/officeDocument/2006/relationships/tags" Target="../tags/tag462.xml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477.xml"/><Relationship Id="rId21" Type="http://schemas.openxmlformats.org/officeDocument/2006/relationships/tags" Target="../tags/tag476.xml"/><Relationship Id="rId20" Type="http://schemas.openxmlformats.org/officeDocument/2006/relationships/tags" Target="../tags/tag475.xml"/><Relationship Id="rId2" Type="http://schemas.openxmlformats.org/officeDocument/2006/relationships/tags" Target="../tags/tag461.xml"/><Relationship Id="rId19" Type="http://schemas.openxmlformats.org/officeDocument/2006/relationships/image" Target="../media/image28.jpeg"/><Relationship Id="rId18" Type="http://schemas.openxmlformats.org/officeDocument/2006/relationships/tags" Target="../tags/tag474.xml"/><Relationship Id="rId17" Type="http://schemas.openxmlformats.org/officeDocument/2006/relationships/tags" Target="../tags/tag473.xml"/><Relationship Id="rId16" Type="http://schemas.openxmlformats.org/officeDocument/2006/relationships/tags" Target="../tags/tag472.xml"/><Relationship Id="rId15" Type="http://schemas.openxmlformats.org/officeDocument/2006/relationships/tags" Target="../tags/tag471.xml"/><Relationship Id="rId14" Type="http://schemas.openxmlformats.org/officeDocument/2006/relationships/image" Target="../media/image27.jpeg"/><Relationship Id="rId13" Type="http://schemas.openxmlformats.org/officeDocument/2006/relationships/tags" Target="../tags/tag470.xml"/><Relationship Id="rId12" Type="http://schemas.openxmlformats.org/officeDocument/2006/relationships/tags" Target="../tags/tag469.xml"/><Relationship Id="rId11" Type="http://schemas.openxmlformats.org/officeDocument/2006/relationships/tags" Target="../tags/tag468.xml"/><Relationship Id="rId10" Type="http://schemas.openxmlformats.org/officeDocument/2006/relationships/tags" Target="../tags/tag467.xml"/><Relationship Id="rId1" Type="http://schemas.openxmlformats.org/officeDocument/2006/relationships/tags" Target="../tags/tag46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jpeg"/><Relationship Id="rId8" Type="http://schemas.openxmlformats.org/officeDocument/2006/relationships/tags" Target="../tags/tag484.xml"/><Relationship Id="rId7" Type="http://schemas.openxmlformats.org/officeDocument/2006/relationships/tags" Target="../tags/tag483.xml"/><Relationship Id="rId6" Type="http://schemas.openxmlformats.org/officeDocument/2006/relationships/tags" Target="../tags/tag482.xml"/><Relationship Id="rId5" Type="http://schemas.openxmlformats.org/officeDocument/2006/relationships/tags" Target="../tags/tag481.xml"/><Relationship Id="rId4" Type="http://schemas.openxmlformats.org/officeDocument/2006/relationships/image" Target="../media/image29.jpeg"/><Relationship Id="rId3" Type="http://schemas.openxmlformats.org/officeDocument/2006/relationships/tags" Target="../tags/tag480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495.xml"/><Relationship Id="rId21" Type="http://schemas.openxmlformats.org/officeDocument/2006/relationships/tags" Target="../tags/tag494.xml"/><Relationship Id="rId20" Type="http://schemas.openxmlformats.org/officeDocument/2006/relationships/tags" Target="../tags/tag493.xml"/><Relationship Id="rId2" Type="http://schemas.openxmlformats.org/officeDocument/2006/relationships/tags" Target="../tags/tag479.xml"/><Relationship Id="rId19" Type="http://schemas.openxmlformats.org/officeDocument/2006/relationships/image" Target="../media/image32.jpeg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image" Target="../media/image31.jpeg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tags" Target="../tags/tag47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02.xml"/><Relationship Id="rId8" Type="http://schemas.openxmlformats.org/officeDocument/2006/relationships/tags" Target="../tags/tag501.xml"/><Relationship Id="rId7" Type="http://schemas.openxmlformats.org/officeDocument/2006/relationships/image" Target="../media/image34.jpeg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image" Target="../media/image33.jpeg"/><Relationship Id="rId2" Type="http://schemas.openxmlformats.org/officeDocument/2006/relationships/tags" Target="../tags/tag497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509.xml"/><Relationship Id="rId17" Type="http://schemas.openxmlformats.org/officeDocument/2006/relationships/tags" Target="../tags/tag508.xml"/><Relationship Id="rId16" Type="http://schemas.openxmlformats.org/officeDocument/2006/relationships/tags" Target="../tags/tag507.xml"/><Relationship Id="rId15" Type="http://schemas.openxmlformats.org/officeDocument/2006/relationships/image" Target="../media/image36.jpeg"/><Relationship Id="rId14" Type="http://schemas.openxmlformats.org/officeDocument/2006/relationships/tags" Target="../tags/tag506.xml"/><Relationship Id="rId13" Type="http://schemas.openxmlformats.org/officeDocument/2006/relationships/tags" Target="../tags/tag505.xml"/><Relationship Id="rId12" Type="http://schemas.openxmlformats.org/officeDocument/2006/relationships/tags" Target="../tags/tag504.xml"/><Relationship Id="rId11" Type="http://schemas.openxmlformats.org/officeDocument/2006/relationships/image" Target="../media/image35.jpeg"/><Relationship Id="rId10" Type="http://schemas.openxmlformats.org/officeDocument/2006/relationships/tags" Target="../tags/tag503.xml"/><Relationship Id="rId1" Type="http://schemas.openxmlformats.org/officeDocument/2006/relationships/tags" Target="../tags/tag49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17.xml"/><Relationship Id="rId8" Type="http://schemas.openxmlformats.org/officeDocument/2006/relationships/tags" Target="../tags/tag516.xml"/><Relationship Id="rId7" Type="http://schemas.openxmlformats.org/officeDocument/2006/relationships/tags" Target="../tags/tag515.xml"/><Relationship Id="rId6" Type="http://schemas.openxmlformats.org/officeDocument/2006/relationships/tags" Target="../tags/tag514.xml"/><Relationship Id="rId5" Type="http://schemas.openxmlformats.org/officeDocument/2006/relationships/tags" Target="../tags/tag513.xml"/><Relationship Id="rId4" Type="http://schemas.openxmlformats.org/officeDocument/2006/relationships/tags" Target="../tags/tag512.xml"/><Relationship Id="rId3" Type="http://schemas.openxmlformats.org/officeDocument/2006/relationships/image" Target="../media/image37.jpeg"/><Relationship Id="rId2" Type="http://schemas.openxmlformats.org/officeDocument/2006/relationships/tags" Target="../tags/tag511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524.xml"/><Relationship Id="rId15" Type="http://schemas.openxmlformats.org/officeDocument/2006/relationships/tags" Target="../tags/tag523.xml"/><Relationship Id="rId14" Type="http://schemas.openxmlformats.org/officeDocument/2006/relationships/tags" Target="../tags/tag522.xml"/><Relationship Id="rId13" Type="http://schemas.openxmlformats.org/officeDocument/2006/relationships/tags" Target="../tags/tag521.xml"/><Relationship Id="rId12" Type="http://schemas.openxmlformats.org/officeDocument/2006/relationships/tags" Target="../tags/tag520.xml"/><Relationship Id="rId11" Type="http://schemas.openxmlformats.org/officeDocument/2006/relationships/tags" Target="../tags/tag519.xml"/><Relationship Id="rId10" Type="http://schemas.openxmlformats.org/officeDocument/2006/relationships/tags" Target="../tags/tag518.xml"/><Relationship Id="rId1" Type="http://schemas.openxmlformats.org/officeDocument/2006/relationships/tags" Target="../tags/tag5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tags" Target="../tags/tag526.xml"/><Relationship Id="rId1" Type="http://schemas.openxmlformats.org/officeDocument/2006/relationships/tags" Target="../tags/tag5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出国留学分析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1"/>
            <p:custDataLst>
              <p:tags r:id="rId2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汇报人: yA0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2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2026.03.10</a:t>
            </a:r>
            <a:endParaRPr lang="en-US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出国留学的利与弊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出国的路径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各地区留学情况及利弊</a:t>
            </a:r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731520" y="5048250"/>
            <a:ext cx="10728960" cy="398780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rgbClr val="5F5F5F"/>
                </a:solidFill>
              </a:rPr>
              <a:t>扫码或点击链接，快速生成 </a:t>
            </a:r>
            <a:r>
              <a:rPr lang="en-US" altLang="zh-CN" sz="2000">
                <a:solidFill>
                  <a:srgbClr val="5F5F5F"/>
                </a:solidFill>
              </a:rPr>
              <a:t>PPT</a:t>
            </a:r>
            <a:endParaRPr lang="zh-CN" altLang="en-US" sz="2000">
              <a:solidFill>
                <a:srgbClr val="5F5F5F"/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31520" y="5581650"/>
            <a:ext cx="10728960" cy="398780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rgbClr val="417FF9"/>
                </a:solidFill>
                <a:hlinkClick r:id="rId12"/>
              </a:rPr>
              <a:t>https://aippt.wps.cn</a:t>
            </a:r>
            <a:endParaRPr lang="zh-CN" altLang="en-US" sz="2000">
              <a:solidFill>
                <a:srgbClr val="417FF9"/>
              </a:solidFill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04000"/>
              </a:lnSpc>
            </a:pPr>
            <a:r>
              <a:rPr lang="zh-CN" altLang="en-US"/>
              <a:t>出国留学的利与弊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留学的好处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c8a79c73-1c32-11f1-aebf-9e028ff7a378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374" b="1374"/>
          <a:stretch>
            <a:fillRect/>
          </a:stretch>
        </p:blipFill>
        <p:spPr>
          <a:xfrm>
            <a:off x="914400" y="1828800"/>
            <a:ext cx="2844800" cy="16256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提升跨文化沟通能力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在海外学习中，留学生需与不同国籍同学合作完成项目，如小组讨论时需理解文化差异，像与日本同学沟通时注意礼貌用语。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c8a79bbf-1c32-11f1-aebf-9e028ff7a378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1374" b="1374"/>
          <a:stretch>
            <a:fillRect/>
          </a:stretch>
        </p:blipFill>
        <p:spPr>
          <a:xfrm>
            <a:off x="4673600" y="1828800"/>
            <a:ext cx="2844800" cy="16256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拓宽职业发展路径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据教育部数据，2023年留学回国人员中，35%进入跨国企业，如华为、宝洁等，起薪较国内毕业生平均高20%。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c8a79cff-1c32-11f1-aebf-9e028ff7a378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152" b="152"/>
          <a:stretch>
            <a:fillRect/>
          </a:stretch>
        </p:blipFill>
        <p:spPr>
          <a:xfrm>
            <a:off x="8432800" y="1828800"/>
            <a:ext cx="2844800" cy="16256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培养独立生活能力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留学生需独自处理租房、就医等事务，例如在英国留学的学生需自行联系房屋中介签订合同，解决水电煤缴费问题。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留学的弊端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1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0" name="图片占位符 19"/>
          <p:cNvPicPr/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1680" y="2367280"/>
            <a:ext cx="650240" cy="65024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经济压力负担重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美国留学年均费用约50-80万元，部分家庭需贷款支付，2023年留学贷款逾期率较国内教育贷款高12%。</a:t>
            </a:r>
            <a:endParaRPr lang="zh-CN" altLang="en-US"/>
          </a:p>
        </p:txBody>
      </p:sp>
      <p:sp>
        <p:nvSpPr>
          <p:cNvPr id="8" name="装饰  5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6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/>
          <p:cNvPicPr/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70880" y="23672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文化适应挑战大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英国留学生中34%因饮食差异导致肠胃问题，某留学生因不了解当地社交礼仪被误解长达半年。</a:t>
            </a:r>
            <a:endParaRPr lang="zh-CN" altLang="en-US"/>
          </a:p>
        </p:txBody>
      </p:sp>
      <p:sp>
        <p:nvSpPr>
          <p:cNvPr id="13" name="装饰  0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1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9" name="图片占位符 18"/>
          <p:cNvPicPr/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30080" y="2367280"/>
            <a:ext cx="650240" cy="65024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心理孤独感显著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澳洲留学生调查显示，62%曾出现情绪低落，疫情期间封城政策使独居留学生心理问题发生率上升27%。</a:t>
            </a:r>
            <a:endParaRPr lang="zh-CN" altLang="en-US"/>
          </a:p>
        </p:txBody>
      </p:sp>
    </p:spTree>
    <p:custDataLst>
      <p:tags r:id="rId2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利与弊对比分析</a:t>
            </a:r>
            <a:endParaRPr lang="zh-CN" altLang="en-US"/>
          </a:p>
        </p:txBody>
      </p:sp>
      <p:pic>
        <p:nvPicPr>
          <p:cNvPr id="3" name="内容占位符 2" descr="c71cd10f-1c32-11f1-be09-2659b6744645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1290" r="11290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跨文化适应挑战与成长机遇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留学生需适应饮食差异，如英国炸鱼薯条与中餐差异，但可通过参加国际学生社团提升跨文化沟通能力。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教育资源优势与经济成本压力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美国顶尖大学实验室设备先进，但年均学费超5万美元，部分学生需通过勤工俭学缓解经济压力。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职业发展空间与归国适应难题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留美学生进入硅谷科技公司概率高，但部分海归因不熟悉国内职场规则面临“水土不服”。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应对弊端的策略</a:t>
            </a:r>
            <a:endParaRPr lang="zh-CN" altLang="en-US"/>
          </a:p>
        </p:txBody>
      </p:sp>
      <p:pic>
        <p:nvPicPr>
          <p:cNvPr id="3" name="内容占位符 2" descr="c7437155-1c32-11f1-b9b5-3641b94f2819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43" b="243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行前文化适应培训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参加如IES Abroad的跨文化课程，学习当地礼仪，如欧美餐桌刀叉使用顺序，减少社交尴尬。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建立心理支持网络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加入留学生会，如中国学联，定期参加线下活动，2023年某调研显示85%成员感到孤独感降低。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制定财务规划方案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使用Monzo等记账APP，设置每月预算，参考伦敦留学生平均月均1200英镑生活成本数据。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04000"/>
              </a:lnSpc>
            </a:pPr>
            <a:r>
              <a:rPr lang="zh-CN" altLang="en-US"/>
              <a:t>出国的路径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申请学校途径</a:t>
            </a:r>
            <a:endParaRPr lang="zh-CN" altLang="en-US"/>
          </a:p>
        </p:txBody>
      </p:sp>
      <p:pic>
        <p:nvPicPr>
          <p:cNvPr id="3" name="内容占位符 2" descr="c4b40f14-1c32-11f1-b9b5-3641b94f2819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46284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直接向目标院校申请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学生可通过学校官网提交申请，如麻省理工学院需在线填写Common App，上传推荐信和成绩单，部分专业要求GRE成绩。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通过留学中介机构申请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选择正规中介如启德、金吉列，他们会提供选校规划、文书润色服务，2023年通过中介申请美国本科的学生占比约35%。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参加中外合作办学项目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例如上海交通大学与密歇根大学合作办学，学生完成国内阶段学习后，可直接衔接国外院校，2024年该项目升学率达82%。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签证办理流程</a:t>
            </a:r>
            <a:endParaRPr lang="zh-CN" altLang="en-US"/>
          </a:p>
        </p:txBody>
      </p:sp>
      <p:pic>
        <p:nvPicPr>
          <p:cNvPr id="3" name="内容占位符 2" descr="c4669c73-1c32-11f1-9d3c-b2a4a74ee06d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65" b="65"/>
          <a:stretch>
            <a:fillRect/>
          </a:stretch>
        </p:blipFill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材料准备与审核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需准备护照、录取通知书、资金证明等材料，如美国要求提供I-20表格，资金证明需覆盖至少一年学费及生活费。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签证预约与面签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通过使馆官网预约面签时间，面签时需清晰说明留学目的，英国学生签证面签常问学习计划与归国打算。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签证领取与行前检查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签证获批后可选择邮寄或自取，出发前需核对签证有效期及入境次数，如澳大利亚电子签证需打印携带。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04000"/>
              </a:lnSpc>
            </a:pPr>
            <a:r>
              <a:rPr lang="zh-CN" altLang="en-US"/>
              <a:t>各地区留学情况及利弊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香港地区留学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c87951ba-1c32-11f1-89ef-9edfca204417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725" r="725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教育资源优势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香港大学、香港科技大学等世界百强名校云集，采用全英文授课，2023年QS世界大学排名中港大位列第21位，科研实力雄厚。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c8795019-1c32-11f1-89ef-9edfca20441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1867" b="1867"/>
          <a:stretch>
            <a:fillRect/>
          </a:stretch>
        </p:blipFill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地理位置与文化融合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紧邻内地，语言沟通便利，同时中西文化交汇，学生可体验国际化生活，如香港迪士尼、维多利亚港等多元文化场景。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c8795064-1c32-11f1-89ef-9edfca204417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1867" b="1867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就业前景与政策支持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毕业后可申请IANG签证留港工作，2022年香港优才计划获批人数超5000人，金融、科技行业就业机会丰富。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东南亚留学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c93ca666-1c32-11f1-b9b5-3641b94f2819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费用成本优势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东南亚留学年均总费用约5-10万元，如泰国朱拉隆功大学，学费仅3-5万/年，生活费比欧美低60%以上。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c93ca3bc-1c32-11f1-b9b5-3641b94f2819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文化适应便利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东南亚与中国文化相近，马来西亚华人占比约23%，日常交流可用华语，节日习俗如春节、中秋也有相似庆祝方式。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c93ca4f7-1c32-11f1-b9b5-3641b94f2819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就业区域机会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东盟经济共同体成员国学历互认，在新加坡、印尼等国就业优势明显，2023年越南外资企业招聘中东南亚留学生优先率达45%。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美国留学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学术资源优势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拥有哈佛、斯坦福等顶尖院校，STEM领域科研实力全球领先，硅谷科技产业提供丰富实习机会，OPT延期政策允许STEM毕业生留美工作3年。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费用成本高昂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年均总费用35-50万人民币，包括学费和生活费，部分家庭需贷款支付，经济压力较大。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签证政策趋严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签证审核严格，需充分准备学习计划和资金证明，近年拒签率有所上升，尤其敏感专业。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就业机会与挑战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科技、金融行业就业机会多，但H-1B签证抽签竞争激烈，留美工作不确定性较高。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英国留学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c8552c0b-1c32-11f1-be6d-2ec237e8548a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学制时间优势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本科3年、硕士1年的短学制节省时间成本，G5院校全球认可度高，适合希望快速获得学位的学生。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c8552c6a-1c32-11f1-be6d-2ec237e8548a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生活成本压力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伦敦地区月均生活费约1483英镑，部分院校学费涨幅达5%，整体经济负担较重。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c8552ecd-1c32-11f1-be6d-2ec237e8548a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工签政策利好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PSW工签延长至3年，允许国际学生毕业后留英工作，无需雇主担保，提升就业灵活性。</a:t>
            </a:r>
            <a:endParaRPr lang="zh-CN" altLang="en-US"/>
          </a:p>
        </p:txBody>
      </p:sp>
      <p:sp>
        <p:nvSpPr>
          <p:cNvPr id="15" name="装饰  2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c8552cce-1c32-11f1-be6d-2ec237e8548a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文化适应挑战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气候与饮食差异较大，部分学生难以适应，需提前进行文化适应培训。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加拿大留学</a:t>
            </a:r>
            <a:endParaRPr lang="zh-CN" altLang="en-US"/>
          </a:p>
        </p:txBody>
      </p:sp>
      <p:sp>
        <p:nvSpPr>
          <p:cNvPr id="3" name="装饰  0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c81a5997-1c32-11f1-aebf-9e028ff7a378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2505" r="2505"/>
          <a:stretch>
            <a:fillRect/>
          </a:stretch>
        </p:blipFill>
        <p:spPr>
          <a:xfrm>
            <a:off x="44196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移民政策友好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省提名计划（PNP）为理工科学生提供移民加分，硕士毕业可获3年工签，移民成功率较高。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c81a58de-1c32-11f1-aebf-9e028ff7a378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2505" r="2505"/>
          <a:stretch>
            <a:fillRect/>
          </a:stretch>
        </p:blipFill>
        <p:spPr>
          <a:xfrm>
            <a:off x="10058400" y="15240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教育质量均衡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多伦多大学、UBC等名校教育质量全球认可，公立教育体系注重公平，学术氛围严谨。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c81a5ae6-1c32-11f1-aebf-9e028ff7a378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505" r="2505"/>
          <a:stretch>
            <a:fillRect/>
          </a:stretch>
        </p:blipFill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费用相对适中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年均总费用25-45万人民币，低于英美，滑铁卢大学Co-op项目可通过实习收入补贴开支。</a:t>
            </a:r>
            <a:endParaRPr lang="zh-CN" altLang="en-US"/>
          </a:p>
        </p:txBody>
      </p:sp>
      <p:sp>
        <p:nvSpPr>
          <p:cNvPr id="15" name="装饰  2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c81a5aee-1c32-11f1-aebf-9e028ff7a378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2505" r="2505"/>
          <a:stretch>
            <a:fillRect/>
          </a:stretch>
        </p:blipFill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气候与就业局限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部分省份气候寒冷，就业机会主要集中在多伦多、温哥华等大城市，部分专业竞争激烈。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德国留学</a:t>
            </a:r>
            <a:endParaRPr lang="zh-CN" altLang="en-US"/>
          </a:p>
        </p:txBody>
      </p:sp>
      <p:pic>
        <p:nvPicPr>
          <p:cNvPr id="3" name="图片占位符 2" descr="c98391a1-1c32-11f1-aebf-9e028ff7a378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2336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免学费教育优势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公立大学免学费（部分州除外），年均总费用8-12万人民币，性价比高，适合预算有限学生。</a:t>
            </a:r>
            <a:endParaRPr lang="zh-CN" altLang="en-US"/>
          </a:p>
        </p:txBody>
      </p:sp>
      <p:pic>
        <p:nvPicPr>
          <p:cNvPr id="6" name="图片占位符 5" descr="c9839212-1c32-11f1-aebf-9e028ff7a378"/>
          <p:cNvPicPr>
            <a:picLocks noChangeAspect="1"/>
          </p:cNvPicPr>
          <p:nvPr>
            <p:ph type="pic" idx="16395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324600" y="2336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工程领域突出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慕尼黑工大、亚琛工大等院校工程专业全球知名，毕业生在博世、西门子等企业就业率高。</a:t>
            </a:r>
            <a:endParaRPr lang="zh-CN" altLang="en-US"/>
          </a:p>
        </p:txBody>
      </p:sp>
      <p:pic>
        <p:nvPicPr>
          <p:cNvPr id="9" name="图片占位符 8" descr="c983920b-1c32-11f1-aebf-9e028ff7a378"/>
          <p:cNvPicPr>
            <a:picLocks noChangeAspect="1"/>
          </p:cNvPicPr>
          <p:nvPr>
            <p:ph type="pic" idx="16396"/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09600" y="4216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语言与文化要求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需具备德语B1水平，部分英语授课项目要求雅思6.5以上，文化适应周期较长。</a:t>
            </a:r>
            <a:endParaRPr lang="zh-CN" altLang="en-US"/>
          </a:p>
        </p:txBody>
      </p:sp>
      <p:pic>
        <p:nvPicPr>
          <p:cNvPr id="12" name="图片占位符 11" descr="c9839471-1c32-11f1-aebf-9e028ff7a378"/>
          <p:cNvPicPr>
            <a:picLocks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6324600" y="4216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工签与移民政策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毕业后可获18个月工签，工作满2年+德语B1可申请永居，欧盟内就业流动性强。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日本留学</a:t>
            </a:r>
            <a:endParaRPr lang="zh-CN" altLang="en-US"/>
          </a:p>
        </p:txBody>
      </p:sp>
      <p:pic>
        <p:nvPicPr>
          <p:cNvPr id="3" name="内容占位符 2" descr="c479ed85-1c32-11f1-b9b5-3641b94f2819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63" b="63"/>
          <a:stretch>
            <a:fillRect/>
          </a:stretch>
        </p:blipFill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1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学费成本较低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国公立大学年均学费约4万人民币，奖学金覆盖率超30%，生活成本低于欧美国家。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工程与科技优势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东京大学、京都大学在工程、机器人领域实力突出，丰田、索尼等企业提供实习机会。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日语能力要求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需达到日语N2水平，部分专业要求N1，语言学习压力较大，需提前准备。</a:t>
            </a:r>
            <a:endParaRPr lang="zh-CN" altLang="en-US"/>
          </a:p>
        </p:txBody>
      </p:sp>
      <p:sp>
        <p:nvSpPr>
          <p:cNvPr id="13" name="装饰  0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就业签证政策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特定技能签证开放，留学生毕业后可转签至企业，留日工作需适应职场文化。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 userDrawn="1"/>
        </p:nvSpPr>
        <p:spPr>
          <a:xfrm>
            <a:off x="730885" y="411476"/>
            <a:ext cx="10729595" cy="6035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31520" y="826770"/>
            <a:ext cx="1072896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909090"/>
                </a:solidFill>
              </a:rPr>
              <a:t>以上内容由 </a:t>
            </a:r>
            <a:r>
              <a:rPr lang="en-US" altLang="zh-CN" sz="2400">
                <a:solidFill>
                  <a:srgbClr val="909090"/>
                </a:solidFill>
              </a:rPr>
              <a:t>WPS AIPPT </a:t>
            </a:r>
            <a:r>
              <a:rPr lang="zh-CN" altLang="en-US" sz="2400">
                <a:solidFill>
                  <a:srgbClr val="909090"/>
                </a:solidFill>
              </a:rPr>
              <a:t>生成，仅供参考</a:t>
            </a:r>
            <a:endParaRPr lang="zh-CN" altLang="en-US" sz="2400">
              <a:solidFill>
                <a:srgbClr val="90909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a909b5235a989ea98c79a7f285a2f193b05dd5"/>
  <p:tag name="KSO_WM_NEWLAYOUT_GROUP_ID" val="layout_51"/>
  <p:tag name="KSO_WM_NEWLAYOUT_ID" val="slide_d63124f9e0382d2d"/>
</p:tagLst>
</file>

<file path=ppt/tags/tag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52f09ce88946b583629cf615d2200f1faa62df0"/>
  <p:tag name="KSO_WM_NEWLAYOUT_GROUP_ID" val="layout_34"/>
  <p:tag name="KSO_WM_NEWLAYOUT_ID" val="slide_0d033a5ff5a14a67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d33be6c9ec07ae4d2e12e1f2afc8335acf2542"/>
  <p:tag name="KSO_WM_NEWLAYOUT_GROUP_ID" val="layout_38"/>
  <p:tag name="KSO_WM_NEWLAYOUT_ID" val="slide_f7b9aa46f714e91f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aef799e5892483e5e73f222f5e685dda02ff70"/>
  <p:tag name="KSO_WM_NEWLAYOUT_GROUP_ID" val="layout_31"/>
  <p:tag name="KSO_WM_NEWLAYOUT_ID" val="slide_5de812628256de36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4a5e0d98eea66341c4354cbaecc71a35d859fa"/>
  <p:tag name="KSO_WM_NEWLAYOUT_GROUP_ID" val="layout_10007"/>
  <p:tag name="KSO_WM_NEWLAYOUT_ID" val="slide_0ea8570b5d554932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0d94d73ac976526fed39cd4acdce40829376df"/>
  <p:tag name="KSO_WM_NEWLAYOUT_GROUP_ID" val="layout_2"/>
  <p:tag name="KSO_WM_NEWLAYOUT_ID" val="slide_dbd12360534da726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fa00af5d3d9d99aaedb20800839a6bff12269e"/>
  <p:tag name="KSO_WM_NEWLAYOUT_GROUP_ID" val="layout_26"/>
  <p:tag name="KSO_WM_NEWLAYOUT_ID" val="slide_4e8a2b389c8bbf30"/>
</p:tagLst>
</file>

<file path=ppt/tags/tag1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357c408c5961711f76469ee15948b5b89767033"/>
  <p:tag name="KSO_WM_NEWLAYOUT_GROUP_ID" val="layout_42"/>
  <p:tag name="KSO_WM_NEWLAYOUT_ID" val="slide_e1461cd84873efff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e4b507b8a9abae1638ac36184cbe7f82d734f5"/>
  <p:tag name="KSO_WM_NEWLAYOUT_GROUP_ID" val="layout_30"/>
  <p:tag name="KSO_WM_NEWLAYOUT_ID" val="slide_97e71a9c1fd50a82"/>
</p:tagLst>
</file>

<file path=ppt/tags/tag1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4c48b2e24c1406296e341e54d69874eef77ecd"/>
  <p:tag name="KSO_WM_NEWLAYOUT_GROUP_ID" val="layout_6"/>
  <p:tag name="KSO_WM_NEWLAYOUT_ID" val="slide_a8556cd901320e4b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8e9a2d16a62f776265e5ef57261bd6a9bd0e09"/>
  <p:tag name="KSO_WM_NEWLAYOUT_GROUP_ID" val="layout_10012"/>
  <p:tag name="KSO_WM_NEWLAYOUT_ID" val="slide_ed19c0db6ed585c4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1e829b443bb4f121779bde657947f337f5b947"/>
  <p:tag name="KSO_WM_NEWLAYOUT_GROUP_ID" val="layout_32"/>
  <p:tag name="KSO_WM_NEWLAYOUT_ID" val="slide_c5ffa415428627e2"/>
</p:tagLst>
</file>

<file path=ppt/tags/tag1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7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9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8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9138b861ae6aa8399f08a6edc6b49af454670a"/>
  <p:tag name="KSO_WM_NEWLAYOUT_GROUP_ID" val="layout_48"/>
  <p:tag name="KSO_WM_NEWLAYOUT_ID" val="slide_81d8e711c58b27d4"/>
</p:tagLst>
</file>

<file path=ppt/tags/tag1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61961e7ccc783636a8ea215c564d6cd689b2dca"/>
  <p:tag name="KSO_WM_NEWLAYOUT_GROUP_ID" val="layout_1-5"/>
  <p:tag name="KSO_WM_NEWLAYOUT_ID" val="slide_063b19861dc0a508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1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212.xml><?xml version="1.0" encoding="utf-8"?>
<p:tagLst xmlns:p="http://schemas.openxmlformats.org/presentationml/2006/main">
  <p:tag name="KSO_WM_BEAUTIFY_FLAG" val="#wm#"/>
  <p:tag name="KSO_WM_UNIT_TYPE" val="f"/>
  <p:tag name="KSO_WM_UNIT_SUBTYPE" val="b"/>
  <p:tag name="KSO_WM_UNIT_INDEX" val="1"/>
</p:tagLst>
</file>

<file path=ppt/tags/tag213.xml><?xml version="1.0" encoding="utf-8"?>
<p:tagLst xmlns:p="http://schemas.openxmlformats.org/presentationml/2006/main">
  <p:tag name="KSO_WM_BEAUTIFY_FLAG" val="#wm#"/>
  <p:tag name="KSO_WM_UNIT_TYPE" val="f"/>
  <p:tag name="KSO_WM_UNIT_SUBTYPE" val="c"/>
  <p:tag name="KSO_WM_UNIT_INDEX" val="2"/>
</p:tagLst>
</file>

<file path=ppt/tags/tag214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2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086252ba1e02fcc94d3ebc33134ebbe4933e31b"/>
  <p:tag name="KSO_WM_NEWLAYOUT_ID" val="slide_ba60fb0293b23fda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2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9d4e82da6e4381c6a6017a9043706628247407"/>
  <p:tag name="KSO_WM_NEWLAYOUT_ID" val="slide_01072e67c032e659"/>
</p:tagLst>
</file>

<file path=ppt/tags/tag2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3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43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48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5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53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9682a8838c2f21c8f49a062b13c3dc0c93b21d"/>
  <p:tag name="KSO_WM_NEWLAYOUT_ID" val="slide_2b1d2aa1eb39d84c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3"/>
  <p:tag name="KSO_WM_UNIT_SUBTYPE" val="d"/>
  <p:tag name="KSO_WM_UNIT_TYPE" val="l_h_i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3"/>
  <p:tag name="KSO_WM_UNIT_SUBTYPE" val="d"/>
  <p:tag name="KSO_WM_UNIT_TYPE" val="l_h_i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3"/>
  <p:tag name="KSO_WM_UNIT_SUBTYPE" val="d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3"/>
  <p:tag name="KSO_WM_UNIT_SUBTYPE" val="d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fc6a66213decf4cbfb337d3d56ad2222a3329b"/>
  <p:tag name="KSO_WM_NEWLAYOUT_ID" val="slide_bbcaf55b27ff942f"/>
</p:tagLst>
</file>

<file path=ppt/tags/tag27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2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2d46a862eced6839dc274bc3eaa59f37c375e3e"/>
  <p:tag name="KSO_WM_NEWLAYOUT_ID" val="slide_250f5b83123f6923"/>
</p:tagLst>
</file>

<file path=ppt/tags/tag3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aa9cd17bb991578ce35cbf656eb336cf30f4cd1"/>
  <p:tag name="KSO_WM_NEWLAYOUT_ID" val="slide_bf7182397f2461bd"/>
</p:tagLst>
</file>

<file path=ppt/tags/tag3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1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763e43f98db1b80168f257876926cec51970148"/>
  <p:tag name="KSO_WM_NEWLAYOUT_ID" val="slide_8d1615941f9e1a55"/>
</p:tagLst>
</file>

<file path=ppt/tags/tag3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</p:tagLst>
</file>

<file path=ppt/tags/tag319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AITEMPLATE_STYLE_ID" val="0"/>
</p:tagLst>
</file>

<file path=ppt/tags/tag321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322.xml><?xml version="1.0" encoding="utf-8"?>
<p:tagLst xmlns:p="http://schemas.openxmlformats.org/presentationml/2006/main">
  <p:tag name="KSO_WM_BEAUTIFY_FLAG" val="#wm#"/>
  <p:tag name="KSO_WM_UNIT_TYPE" val="f"/>
  <p:tag name="KSO_WM_UNIT_SUBTYPE" val="b"/>
  <p:tag name="KSO_WM_UNIT_INDEX" val="1"/>
</p:tagLst>
</file>

<file path=ppt/tags/tag323.xml><?xml version="1.0" encoding="utf-8"?>
<p:tagLst xmlns:p="http://schemas.openxmlformats.org/presentationml/2006/main">
  <p:tag name="KSO_WM_BEAUTIFY_FLAG" val="#wm#"/>
  <p:tag name="KSO_WM_UNIT_TYPE" val="f"/>
  <p:tag name="KSO_WM_UNIT_SUBTYPE" val="c"/>
  <p:tag name="KSO_WM_UNIT_INDEX" val="2"/>
</p:tagLst>
</file>

<file path=ppt/tags/tag324.xml><?xml version="1.0" encoding="utf-8"?>
<p:tagLst xmlns:p="http://schemas.openxmlformats.org/presentationml/2006/main">
  <p:tag name="KSO_WM_SLIDE_TYPE" val="title"/>
  <p:tag name="KSO_WM_BEAUTIFY_FLAG" val="#wm#"/>
  <p:tag name="KSO_WM_TEMPLATE_SUBCATEGORY" val="29"/>
  <p:tag name="KSO_WM_AI_TEMPLATE_TYPE" val="aiCover"/>
</p:tagLst>
</file>

<file path=ppt/tags/tag3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61961e7ccc783636a8ea215c564d6cd689b2dca"/>
  <p:tag name="KSO_WM_NEWLAYOUT_GROUP_ID" val="layout_1-5"/>
  <p:tag name="KSO_WM_NEWLAYOUT_ID" val="slide_063b19861dc0a508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3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0"/>
  <p:tag name="KSO_WM_TEMPLATE_SLIDE_ID" val="slide_063b19861dc0a508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763e43f98db1b80168f257876926cec51970148"/>
  <p:tag name="KSO_WM_NEWLAYOUT_ID" val="slide_8d1615941f9e1a55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3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9138b861ae6aa8399f08a6edc6b49af454670a"/>
  <p:tag name="KSO_WM_NEWLAYOUT_GROUP_ID" val="layout_48"/>
  <p:tag name="KSO_WM_NEWLAYOUT_ID" val="slide_81d8e711c58b27d4"/>
  <p:tag name="KSO_WM_UNIT_PRESET_TEXT" val="单击此处添加标题"/>
</p:tagLst>
</file>

<file path=ppt/tags/tag3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02d5ae7765f50292e67230a9ebddaf5c_0.png?Expires=1773200379\u0026AWSAccessKeyId=AKLTHzmNYxS86KQFnb2pvxtA\u0026Signature=aZAFpwXjJHmzfziueJtRfu8AiII%3D&quot;,&quot;product_name&quot;:&quot;wps-wpp-pc&quot;,&quot;intention_code&quot;:&quot;wps_wpp_generate_theme_pay&quot;}*auto_cache_hit_3.0.6_prod*1773113977135_9efe10_104cbd2bc99e-slide-3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c9e812f02f2ece05fa832587f24b1bd2_0.png?Expires=1773200379\u0026AWSAccessKeyId=AKLTHzmNYxS86KQFnb2pvxtA\u0026Signature=8f%2B8%2BW3vdCGwb9brl4vy0w0ON1c%3D&quot;,&quot;product_name&quot;:&quot;wps-wpp-pc&quot;,&quot;intention_code&quot;:&quot;wps_wpp_generate_theme_pay&quot;}*auto_cache_hit_3.0.6_prod*1773113977135_9efe10_104cbd2bc99e-slide-3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4c8e5e92-2b0f-49e3-8c38-086815bc792d.jpg?Expires=1804649985\u0026AWSAccessKeyId=AKLT9NSy7kh8TIS1UzNqLRY2\u0026Signature=wFPICwahAsq3RLug2GO2crnxKDs%3D&quot;,&quot;product_name&quot;:&quot;wps-wpp-pc&quot;,&quot;intention_code&quot;:&quot;wps_wpp_generate_theme_pay&quot;}*auto_qingqiu_3.0.6_prod*1773113977135_9efe10_104cbd2bc99e-slide-3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81d8e711c58b27d4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1e829b443bb4f121779bde657947f337f5b947"/>
  <p:tag name="KSO_WM_NEWLAYOUT_GROUP_ID" val="layout_32"/>
  <p:tag name="KSO_WM_NEWLAYOUT_ID" val="slide_c5ffa415428627e2"/>
  <p:tag name="KSO_WM_UNIT_PRESET_TEXT" val="单击此处添加标题"/>
</p:tagLst>
</file>

<file path=ppt/tags/tag3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5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5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6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6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6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c5ffa415428627e2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8e9a2d16a62f776265e5ef57261bd6a9bd0e09"/>
  <p:tag name="KSO_WM_NEWLAYOUT_GROUP_ID" val="layout_10012"/>
  <p:tag name="KSO_WM_NEWLAYOUT_ID" val="slide_ed19c0db6ed585c4"/>
  <p:tag name="KSO_WM_UNIT_PRESET_TEXT" val="单击此处添加标题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671488168&quot;,&quot;product_name&quot;:&quot;wps-wpp-pc&quot;,&quot;intention_code&quot;:&quot;wps_wpp_generate_theme_pay&quot;}*auto_gallery_3.0.6_prod*1773113977135_9efe10_104cbd2bc99e-slide-5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ed19c0db6ed585c4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4c48b2e24c1406296e341e54d69874eef77ecd"/>
  <p:tag name="KSO_WM_NEWLAYOUT_GROUP_ID" val="layout_6"/>
  <p:tag name="KSO_WM_NEWLAYOUT_ID" val="slide_a8556cd901320e4b"/>
  <p:tag name="KSO_WM_UNIT_PRESET_TEXT" val="单击此处添加标题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f03eeed7-c99b-4172-8fd7-6a9880fba99b.jpg?Expires=1804649984\u0026AWSAccessKeyId=AKLT9NSy7kh8TIS1UzNqLRY2\u0026Signature=iz9YOOtOR79L6YzhnxoFyFq%2BqF8%3D&quot;,&quot;product_name&quot;:&quot;wps-wpp-pc&quot;,&quot;intention_code&quot;:&quot;wps_wpp_generate_theme_pay&quot;}*auto_qingqiu_3.0.6_prod*1773113977135_9efe10_104cbd2bc99e-slide-6"/>
</p:tagLst>
</file>

<file path=ppt/tags/tag3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a8556cd901320e4b"/>
</p:tagLst>
</file>

<file path=ppt/tags/tag3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763e43f98db1b80168f257876926cec51970148"/>
  <p:tag name="KSO_WM_NEWLAYOUT_ID" val="slide_8d1615941f9e1a55"/>
</p:tagLst>
</file>

<file path=ppt/tags/tag3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39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7e4b507b8a9abae1638ac36184cbe7f82d734f5"/>
  <p:tag name="KSO_WM_NEWLAYOUT_GROUP_ID" val="layout_30"/>
  <p:tag name="KSO_WM_NEWLAYOUT_ID" val="slide_97e71a9c1fd50a82"/>
  <p:tag name="KSO_WM_UNIT_PRESET_TEXT" val="单击此处添加标题"/>
</p:tagLst>
</file>

<file path=ppt/tags/tag3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0384415&quot;,&quot;product_name&quot;:&quot;wps-wpp-pc&quot;,&quot;intention_code&quot;:&quot;wps_wpp_generate_theme_pay&quot;}*auto_gallery_3.0.6_prod*1773113977135_9efe10_104cbd2bc99e-slide-8"/>
</p:tagLst>
</file>

<file path=ppt/tags/tag39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97e71a9c1fd50a82"/>
</p:tagLst>
</file>

<file path=ppt/tags/tag4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357c408c5961711f76469ee15948b5b89767033"/>
  <p:tag name="KSO_WM_NEWLAYOUT_GROUP_ID" val="layout_42"/>
  <p:tag name="KSO_WM_NEWLAYOUT_ID" val="slide_e1461cd84873efff"/>
  <p:tag name="KSO_WM_UNIT_PRESET_TEXT" val="单击此处添加标题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98b7d877d8885fffe2fa61285cd00dac_0.png?Expires=1773200379\u0026AWSAccessKeyId=AKLTHzmNYxS86KQFnb2pvxtA\u0026Signature=n5JUQtJD7JjjXqKBPIXsFoa3oqE%3D&quot;,&quot;product_name&quot;:&quot;wps-wpp-pc&quot;,&quot;intention_code&quot;:&quot;wps_wpp_generate_theme_pay&quot;}*auto_cache_hit_3.0.6_prod*1773113977135_9efe10_104cbd2bc99e-slide-9"/>
</p:tagLst>
</file>

<file path=ppt/tags/tag4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1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e1461cd84873efff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763e43f98db1b80168f257876926cec51970148"/>
  <p:tag name="KSO_WM_NEWLAYOUT_ID" val="slide_8d1615941f9e1a55"/>
</p:tagLst>
</file>

<file path=ppt/tags/tag4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e"/>
  <p:tag name="KSO_WM_UNIT_PRESET_TEXT" val="01"/>
</p:tagLst>
</file>

<file path=ppt/tags/tag42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</p:tagLst>
</file>

<file path=ppt/tags/tag4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fa00af5d3d9d99aaedb20800839a6bff12269e"/>
  <p:tag name="KSO_WM_NEWLAYOUT_GROUP_ID" val="layout_26"/>
  <p:tag name="KSO_WM_NEWLAYOUT_ID" val="slide_4e8a2b389c8bbf30"/>
  <p:tag name="KSO_WM_UNIT_PRESET_TEXT" val="单击此处添加标题"/>
</p:tagLst>
</file>

<file path=ppt/tags/tag4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44317383&quot;,&quot;product_name&quot;:&quot;wps-wpp-pc&quot;,&quot;intention_code&quot;:&quot;wps_wpp_generate_theme_pay&quot;}*auto_gallery_3.0.6_prod*1773113977135_9efe10_104cbd2bc99e-slide-11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3b7b1213-afb6-40d3-92c5-1a007df36847.jpg?Expires=1804649985\u0026AWSAccessKeyId=AKLT9NSy7kh8TIS1UzNqLRY2\u0026Signature=cCAmMvIMDNCTVglEt282ZRD3Qg8%3D&quot;,&quot;product_name&quot;:&quot;wps-wpp-pc&quot;,&quot;intention_code&quot;:&quot;wps_wpp_generate_theme_pay&quot;}*auto_qingqiu_3.0.6_prod*1773113977135_9efe10_104cbd2bc99e-slide-11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69a3105d-a56a-47d8-92d3-9b1601d0dc57.jpg?Expires=1804649983\u0026AWSAccessKeyId=AKLT9NSy7kh8TIS1UzNqLRY2\u0026Signature=dSc6ovxsg%2FbNKP35z3iwVedVUhU%3D&quot;,&quot;product_name&quot;:&quot;wps-wpp-pc&quot;,&quot;intention_code&quot;:&quot;wps_wpp_generate_theme_pay&quot;}*auto_qingqiu_3.0.6_prod*1773113977135_9efe10_104cbd2bc99e-slide-11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</p:tagLst>
</file>

<file path=ppt/tags/tag4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0d94d73ac976526fed39cd4acdce40829376df"/>
  <p:tag name="KSO_WM_NEWLAYOUT_GROUP_ID" val="layout_2"/>
  <p:tag name="KSO_WM_NEWLAYOUT_ID" val="slide_dbd12360534da726"/>
  <p:tag name="KSO_WM_UNIT_PRESET_TEXT" val="单击此处添加标题"/>
</p:tagLst>
</file>

<file path=ppt/tags/tag4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a70a8e47-c39f-44ec-b277-1f37cb4719c5.jpg?Expires=1804649987\u0026AWSAccessKeyId=AKLT9NSy7kh8TIS1UzNqLRY2\u0026Signature=YkQwd0fv%2FWK8HbIb9A1vANmLv5I%3D&quot;,&quot;product_name&quot;:&quot;wps-wpp-pc&quot;,&quot;intention_code&quot;:&quot;wps_wpp_generate_theme_pay&quot;}*auto_qingqiu_3.0.6_prod*1773113977135_9efe10_104cbd2bc99e-slide-12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d2c0c695-1f06-4dc7-a6fb-f3a6da44d1f1.jpg?Expires=1804649986\u0026AWSAccessKeyId=AKLT9NSy7kh8TIS1UzNqLRY2\u0026Signature=NjNv%2Ffi6AXO3Vz4c%2B9OUbO%2BCWHU%3D&quot;,&quot;product_name&quot;:&quot;wps-wpp-pc&quot;,&quot;intention_code&quot;:&quot;wps_wpp_generate_theme_pay&quot;}*auto_qingqiu_3.0.6_prod*1773113977135_9efe10_104cbd2bc99e-slide-12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49d63d66-4b50-43f5-aeb1-a5073ca8ba96.jpg?Expires=1804649987\u0026AWSAccessKeyId=AKLT9NSy7kh8TIS1UzNqLRY2\u0026Signature=7sdqKa1BosVMiA%2B7ShwH28MIklg%3D&quot;,&quot;product_name&quot;:&quot;wps-wpp-pc&quot;,&quot;intention_code&quot;:&quot;wps_wpp_generate_theme_pay&quot;}*auto_qingqiu_3.0.6_prod*1773113977135_9efe10_104cbd2bc99e-slide-12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dbd12360534da726"/>
</p:tagLst>
</file>

<file path=ppt/tags/tag4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54a5e0d98eea66341c4354cbaecc71a35d859fa"/>
  <p:tag name="KSO_WM_NEWLAYOUT_GROUP_ID" val="layout_10007"/>
  <p:tag name="KSO_WM_NEWLAYOUT_ID" val="slide_0ea8570b5d554932"/>
  <p:tag name="KSO_WM_UNIT_PRESET_TEXT" val="单击此处添加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0ea8570b5d554932"/>
</p:tagLst>
</file>

<file path=ppt/tags/tag4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aef799e5892483e5e73f222f5e685dda02ff70"/>
  <p:tag name="KSO_WM_NEWLAYOUT_GROUP_ID" val="layout_31"/>
  <p:tag name="KSO_WM_NEWLAYOUT_ID" val="slide_5de812628256de36"/>
  <p:tag name="KSO_WM_UNIT_PRESET_TEXT" val="单击此处添加标题"/>
</p:tagLst>
</file>

<file path=ppt/tags/tag4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3e131b85-bb61-4777-b342-905fb25a083a.jpg?Expires=1804649985\u0026AWSAccessKeyId=AKLT9NSy7kh8TIS1UzNqLRY2\u0026Signature=NFWPXVhdA4JX5mc3c8FhFNn16a4%3D&quot;,&quot;product_name&quot;:&quot;wps-wpp-pc&quot;,&quot;intention_code&quot;:&quot;wps_wpp_generate_theme_pay&quot;}*auto_qingqiu_3.0.6_prod*1773113977135_9efe10_104cbd2bc99e-slide-14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1c635340-c73d-4923-a689-15b365c45e97.jpg?Expires=1804649984\u0026AWSAccessKeyId=AKLT9NSy7kh8TIS1UzNqLRY2\u0026Signature=Nm5fmBqCHkKJt3b0p5635Y5As0A%3D&quot;,&quot;product_name&quot;:&quot;wps-wpp-pc&quot;,&quot;intention_code&quot;:&quot;wps_wpp_generate_theme_pay&quot;}*auto_qingqiu_3.0.6_prod*1773113977135_9efe10_104cbd2bc99e-slide-14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58b4c7d6-8760-40a7-b845-69f5981ad1af.jpg?Expires=1804649984\u0026AWSAccessKeyId=AKLT9NSy7kh8TIS1UzNqLRY2\u0026Signature=FUXacG2DX2LpNZ%2Bar7tVw5qyPPc%3D&quot;,&quot;product_name&quot;:&quot;wps-wpp-pc&quot;,&quot;intention_code&quot;:&quot;wps_wpp_generate_theme_pay&quot;}*auto_qingqiu_3.0.6_prod*1773113977135_9efe10_104cbd2bc99e-slide-14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://zh-ai-group.ks3-cn-beijing-internal.ksyun.com/image_generate/image_process/production/202603/8ec3ede9-5dd9-49db-a394-e81f3f3b8610.jpg?Expires=1804649984\u0026AWSAccessKeyId=AKLT9NSy7kh8TIS1UzNqLRY2\u0026Signature=deOvdDTaYAKdS3w8PuLUvi4sJ44%3D&quot;,&quot;product_name&quot;:&quot;wps-wpp-pc&quot;,&quot;intention_code&quot;:&quot;wps_wpp_generate_theme_pay&quot;}*auto_qingqiu_3.0.6_prod*1773113977135_9efe10_104cbd2bc99e-slide-14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7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5de812628256de36"/>
</p:tagLst>
</file>

<file path=ppt/tags/tag4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d33be6c9ec07ae4d2e12e1f2afc8335acf2542"/>
  <p:tag name="KSO_WM_NEWLAYOUT_GROUP_ID" val="layout_38"/>
  <p:tag name="KSO_WM_NEWLAYOUT_ID" val="slide_f7b9aa46f714e91f"/>
  <p:tag name="KSO_WM_UNIT_PRESET_TEXT" val="单击此处添加标题"/>
</p:tagLst>
</file>

<file path=ppt/tags/tag4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cdc595a8-a30e-420b-bf40-5c4e6573d1b1.jpg?Expires=1804649984\u0026AWSAccessKeyId=AKLT9NSy7kh8TIS1UzNqLRY2\u0026Signature=dFPLilJvxzrIFff1HwQXSfbm6gg%3D&quot;,&quot;product_name&quot;:&quot;wps-wpp-pc&quot;,&quot;intention_code&quot;:&quot;wps_wpp_generate_theme_pay&quot;}*auto_qingqiu_3.0.6_prod*1773113977135_9efe10_104cbd2bc99e-slide-15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192c10ef-6e1d-4aad-b903-6e9188bb1c02.jpg?Expires=1804649984\u0026AWSAccessKeyId=AKLT9NSy7kh8TIS1UzNqLRY2\u0026Signature=rWzndVbW1tDJHRltk1jVwpHPToY%3D&quot;,&quot;product_name&quot;:&quot;wps-wpp-pc&quot;,&quot;intention_code&quot;:&quot;wps_wpp_generate_theme_pay&quot;}*auto_qingqiu_3.0.6_prod*1773113977135_9efe10_104cbd2bc99e-slide-15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0bf88600-d4fd-49a7-be83-83ab60af6997.jpg?Expires=1804649983\u0026AWSAccessKeyId=AKLT9NSy7kh8TIS1UzNqLRY2\u0026Signature=cFfzE2sjVdevz4jVjzsAoADkRTM%3D&quot;,&quot;product_name&quot;:&quot;wps-wpp-pc&quot;,&quot;intention_code&quot;:&quot;wps_wpp_generate_theme_pay&quot;}*auto_qingqiu_3.0.6_prod*1773113977135_9efe10_104cbd2bc99e-slide-15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://zh-ai-group.ks3-cn-beijing-internal.ksyun.com/image_generate/image_process/production/202603/2f0a88a0-bb5a-4d23-8c52-417269a03563.jpg?Expires=1804649985\u0026AWSAccessKeyId=AKLT9NSy7kh8TIS1UzNqLRY2\u0026Signature=rHbNS12ozLirONWvGFe2SqL3j4Y%3D&quot;,&quot;product_name&quot;:&quot;wps-wpp-pc&quot;,&quot;intention_code&quot;:&quot;wps_wpp_generate_theme_pay&quot;}*auto_qingqiu_3.0.6_prod*1773113977135_9efe10_104cbd2bc99e-slide-15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9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f7b9aa46f714e91f"/>
</p:tagLst>
</file>

<file path=ppt/tags/tag4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52f09ce88946b583629cf615d2200f1faa62df0"/>
  <p:tag name="KSO_WM_NEWLAYOUT_GROUP_ID" val="layout_34"/>
  <p:tag name="KSO_WM_NEWLAYOUT_ID" val="slide_0d033a5ff5a14a67"/>
  <p:tag name="KSO_WM_UNIT_PRESET_TEXT" val="单击此处添加标题"/>
</p:tagLst>
</file>

<file path=ppt/tags/tag4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48d5b058-2f66-46ae-9552-cbc59f3c4a2d.jpg?Expires=1804649986\u0026AWSAccessKeyId=AKLT9NSy7kh8TIS1UzNqLRY2\u0026Signature=fpc5Whddo07QGntzdfCZ%2BlHT0zE%3D&quot;,&quot;product_name&quot;:&quot;wps-wpp-pc&quot;,&quot;intention_code&quot;:&quot;wps_wpp_generate_theme_pay&quot;}*auto_qingqiu_3.0.6_prod*1773113977135_9efe10_104cbd2bc99e-slide-16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v3/202603/a33aac3f-4f7a-4fda-b9d6-88cbbc1810b8.jpg?Expires=1804649987\u0026AWSAccessKeyId=AKLT9NSy7kh8TIS1UzNqLRY2\u0026Signature=lYavsaM7j3c0aZE%2FajGdQUNYzrA%3D&quot;,&quot;product_name&quot;:&quot;wps-wpp-pc&quot;,&quot;intention_code&quot;:&quot;wps_wpp_generate_theme_pay&quot;}*auto_qingqiu_3.0.6_prod*1773113977135_9efe10_104cbd2bc99e-slide-16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7be677d8-2a09-4a28-8a61-15ec4b6eff44.jpg?Expires=1804649986\u0026AWSAccessKeyId=AKLT9NSy7kh8TIS1UzNqLRY2\u0026Signature=a6J0%2Fv0SuXmYOyUVXmhukSNv%2B94%3D&quot;,&quot;product_name&quot;:&quot;wps-wpp-pc&quot;,&quot;intention_code&quot;:&quot;wps_wpp_generate_theme_pay&quot;}*auto_qingqiu_3.0.6_prod*1773113977135_9efe10_104cbd2bc99e-slide-16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s://sjzg-images.ks3-cn-beijing-internal.ksyun.com/tim_gen_images/doubao_gen/9f8808f24c1041acfd2890c1b46de51f_0.png?Expires=1773200382\u0026AWSAccessKeyId=AKLTHzmNYxS86KQFnb2pvxtA\u0026Signature=GoVOjt5djf45A%2BqUBCsaU0d%2FQ%2F4%3D&quot;,&quot;product_name&quot;:&quot;wps-wpp-pc&quot;,&quot;intention_code&quot;:&quot;wps_wpp_generate_theme_pay&quot;}*auto_cache_hit_3.0.6_prod*1773113977135_9efe10_104cbd2bc99e-slide-16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0d033a5ff5a14a67"/>
</p:tagLst>
</file>

<file path=ppt/tags/tag5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a909b5235a989ea98c79a7f285a2f193b05dd5"/>
  <p:tag name="KSO_WM_NEWLAYOUT_GROUP_ID" val="layout_51"/>
  <p:tag name="KSO_WM_NEWLAYOUT_ID" val="slide_d63124f9e0382d2d"/>
  <p:tag name="KSO_WM_UNIT_PRESET_TEXT" val="单击此处添加标题"/>
</p:tagLst>
</file>

<file path=ppt/tags/tag5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_days/2025-11-07/9d32334295facc9618b8760748df4391_0.png?Expires=1773200379\u0026AWSAccessKeyId=AKLTHzmNYxS86KQFnb2pvxtA\u0026Signature=8gw6FfJ6WklFrTLJnELeqqAvwVc%3D&quot;,&quot;product_name&quot;:&quot;wps-wpp-pc&quot;,&quot;intention_code&quot;:&quot;wps_wpp_generate_theme_pay&quot;}*auto_cache_hit_3.0.6_prod*1773113977135_9efe10_104cbd2bc99e-slide-17"/>
</p:tagLst>
</file>

<file path=ppt/tags/tag5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2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0"/>
  <p:tag name="KSO_WM_TEMPLATE_SLIDE_ID" val="slide_d63124f9e0382d2d"/>
</p:tagLst>
</file>

<file path=ppt/tags/tag525.xml><?xml version="1.0" encoding="utf-8"?>
<p:tagLst xmlns:p="http://schemas.openxmlformats.org/presentationml/2006/main">
  <p:tag name="KSO_WM_BEAUTIFY_FLAG" val="#wm#"/>
  <p:tag name="KSO_WM_UNIT_TYPE" val="a"/>
  <p:tag name="KSO_WM_UNIT_INDEX" val="1"/>
</p:tagLst>
</file>

<file path=ppt/tags/tag526.xml><?xml version="1.0" encoding="utf-8"?>
<p:tagLst xmlns:p="http://schemas.openxmlformats.org/presentationml/2006/main">
  <p:tag name="KSO_WM_SLIDE_TYPE" val="endPage"/>
  <p:tag name="KSO_WM_BEAUTIFY_FLAG" val="#wm#"/>
  <p:tag name="KSO_WM_TEMPLATE_SUBCATEGORY" val="29"/>
  <p:tag name="KSO_WM_AI_TEMPLATE_TYPE" val="ai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201D1C"/>
      </a:dk2>
      <a:lt2>
        <a:srgbClr val="F5F4F4"/>
      </a:lt2>
      <a:accent1>
        <a:srgbClr val="9C938E"/>
      </a:accent1>
      <a:accent2>
        <a:srgbClr val="6E5745"/>
      </a:accent2>
      <a:accent3>
        <a:srgbClr val="9C938E"/>
      </a:accent3>
      <a:accent4>
        <a:srgbClr val="6E5745"/>
      </a:accent4>
      <a:accent5>
        <a:srgbClr val="9C938E"/>
      </a:accent5>
      <a:accent6>
        <a:srgbClr val="6E5745"/>
      </a:accent6>
      <a:hlink>
        <a:srgbClr val="0026E5"/>
      </a:hlink>
      <a:folHlink>
        <a:srgbClr val="7E1FAD"/>
      </a:folHlink>
    </a:clrScheme>
    <a:fontScheme name="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2601</Words>
  <Application>WPS Office WWO_wpscloud_20260304171156-29335b6cb8</Application>
  <PresentationFormat>宽屏</PresentationFormat>
  <Paragraphs>322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华康UD宋 W6</vt:lpstr>
      <vt:lpstr>MiSans Medium</vt:lpstr>
      <vt:lpstr>MiSans Normal</vt:lpstr>
      <vt:lpstr>Office 主题</vt:lpstr>
      <vt:lpstr>WPS</vt:lpstr>
      <vt:lpstr>出国留学分析</vt:lpstr>
      <vt:lpstr>目录</vt:lpstr>
      <vt:lpstr>出国留学的利与弊</vt:lpstr>
      <vt:lpstr>留学的好处</vt:lpstr>
      <vt:lpstr>留学的弊端</vt:lpstr>
      <vt:lpstr>利与弊对比分析</vt:lpstr>
      <vt:lpstr>应对弊端的策略</vt:lpstr>
      <vt:lpstr>出国的路径</vt:lpstr>
      <vt:lpstr>申请学校途径</vt:lpstr>
      <vt:lpstr>签证办理流程</vt:lpstr>
      <vt:lpstr>各地区留学情况及利弊</vt:lpstr>
      <vt:lpstr>香港地区留学</vt:lpstr>
      <vt:lpstr>东南亚留学</vt:lpstr>
      <vt:lpstr>美国留学</vt:lpstr>
      <vt:lpstr>英国留学</vt:lpstr>
      <vt:lpstr>加拿大留学</vt:lpstr>
      <vt:lpstr>德国留学</vt:lpstr>
      <vt:lpstr>日本留学</vt:lpstr>
      <vt:lpstr>谢谢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出国留学分析</dc:title>
  <dc:creator/>
  <cp:lastModifiedBy/>
  <dcterms:created xsi:type="dcterms:W3CDTF">2026-03-10T03:41:15Z</dcterms:created>
  <dcterms:modified xsi:type="dcterms:W3CDTF">2026-03-10T03:41:15Z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2052-12.9.0.25379</vt:lpwstr>
  </property>
  <property fmtid="{D5CDD505-2E9C-101B-9397-08002B2CF9AE}" pid="3" name="ICV">
    <vt:lpwstr>BDE4D485F488A9A39892AF69EC06BF62_42</vt:lpwstr>
  </property>
</Properties>
</file>