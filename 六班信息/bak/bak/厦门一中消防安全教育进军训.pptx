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4"/>
  </p:notesMasterIdLst>
  <p:sldIdLst>
    <p:sldId id="280" r:id="rId3"/>
  </p:sldIdLst>
  <p:sldSz cx="12192000" cy="6858000"/>
  <p:notesSz cx="6858000" cy="9144000"/>
  <p:embeddedFontLst>
    <p:embeddedFont>
      <p:font typeface="等线" panose="02010600030101010101" charset="-122"/>
      <p:regular r:id="rId8"/>
    </p:embeddedFont>
    <p:embeddedFont>
      <p:font typeface="等线 Light" panose="02010600030101010101" charset="-122"/>
      <p:regular r:id="rId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E4C5"/>
    <a:srgbClr val="FCE4C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8" d="100"/>
          <a:sy n="108" d="100"/>
        </p:scale>
        <p:origin x="678" y="102"/>
      </p:cViewPr>
      <p:guideLst>
        <p:guide orient="horz" pos="2205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font" Target="fonts/font2.fntdata"/><Relationship Id="rId8" Type="http://schemas.openxmlformats.org/officeDocument/2006/relationships/font" Target="fonts/font1.fntdata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CD1FA0-43E1-4CE7-8FF6-1A2F3373F2E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1250DB-AB4B-492B-9B10-5E03F8593CB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E9A4757-CCDE-4488-9E7B-E42A06797AD4}" type="slidenum">
              <a:rPr kumimoji="0" lang="en-US" altLang="zh-CN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4311E-6487-4213-8130-CA1F669E4CCC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684675-7F07-498E-B3EC-2E4B20AB443D}" type="slidenum">
              <a:rPr lang="zh-CN" altLang="en-US" smtClean="0"/>
            </a:fld>
            <a:endParaRPr lang="zh-CN" altLang="en-US"/>
          </a:p>
        </p:txBody>
      </p:sp>
      <p:pic>
        <p:nvPicPr>
          <p:cNvPr id="7" name="图片 6" descr="图片包含 地面, 地板&#10;&#10;已生成高可信度的说明"/>
          <p:cNvPicPr>
            <a:picLocks noChangeAspect="1"/>
          </p:cNvPicPr>
          <p:nvPr userDrawn="1"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7" descr="bgt-01.jpg"/>
          <p:cNvPicPr>
            <a:picLocks noChangeAspect="1"/>
          </p:cNvPicPr>
          <p:nvPr userDrawn="1"/>
        </p:nvPicPr>
        <p:blipFill>
          <a:blip r:embed="rId5" cstate="print"/>
          <a:stretch>
            <a:fillRect/>
          </a:stretch>
        </p:blipFill>
        <p:spPr>
          <a:xfrm>
            <a:off x="0" y="2717"/>
            <a:ext cx="12192000" cy="6852565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0883" y="1219200"/>
            <a:ext cx="11452195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6600" b="1" dirty="0">
                <a:sym typeface="+mn-ea"/>
              </a:rPr>
              <a:t>2020</a:t>
            </a:r>
            <a:r>
              <a:rPr lang="zh-CN" altLang="en-US" sz="6600" b="1" dirty="0">
                <a:sym typeface="+mn-ea"/>
              </a:rPr>
              <a:t>年</a:t>
            </a:r>
            <a:r>
              <a:rPr lang="zh-CN" altLang="en-US" sz="6600" b="1" dirty="0"/>
              <a:t>厦门一中</a:t>
            </a:r>
            <a:endParaRPr lang="zh-CN" altLang="en-US" sz="66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782088" y="2767915"/>
            <a:ext cx="8629094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8000" b="1" dirty="0"/>
              <a:t>消防安全进军训</a:t>
            </a:r>
            <a:endParaRPr lang="zh-CN" altLang="en-US" sz="80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131277" y="4691096"/>
            <a:ext cx="7492752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600" b="1" dirty="0"/>
              <a:t>厦门火凤凰消防安全志愿者协会  </a:t>
            </a:r>
            <a:endParaRPr lang="zh-CN" altLang="en-US" sz="3600" b="1" dirty="0"/>
          </a:p>
          <a:p>
            <a:pPr algn="ctr"/>
            <a:r>
              <a:rPr lang="zh-CN" altLang="en-US" sz="3600" b="1" dirty="0"/>
              <a:t>创始会长、讲师   何惠玲</a:t>
            </a:r>
            <a:endParaRPr lang="zh-CN" altLang="en-US" sz="3600" b="1" dirty="0"/>
          </a:p>
          <a:p>
            <a:pPr algn="ctr"/>
            <a:r>
              <a:rPr lang="en-US" altLang="zh-CN" sz="3600" b="1" dirty="0"/>
              <a:t>2020</a:t>
            </a:r>
            <a:r>
              <a:rPr lang="zh-CN" altLang="en-US" sz="3600" b="1" dirty="0"/>
              <a:t>年</a:t>
            </a:r>
            <a:r>
              <a:rPr lang="en-US" altLang="zh-CN" sz="3600" b="1" dirty="0"/>
              <a:t>9</a:t>
            </a:r>
            <a:r>
              <a:rPr lang="zh-CN" altLang="en-US" sz="3600" b="1" dirty="0"/>
              <a:t>月</a:t>
            </a:r>
            <a:r>
              <a:rPr lang="en-US" altLang="zh-CN" sz="3600" b="1" dirty="0"/>
              <a:t>4</a:t>
            </a:r>
            <a:r>
              <a:rPr lang="zh-CN" altLang="en-US" sz="3600" b="1" dirty="0"/>
              <a:t>日</a:t>
            </a:r>
            <a:endParaRPr lang="zh-CN" altLang="en-US" sz="36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2000">
        <p:random/>
      </p:transition>
    </mc:Choice>
    <mc:Fallback>
      <p:transition spd="slow" advClick="0" advTm="2000">
        <p:random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自定义 34">
      <a:dk1>
        <a:srgbClr val="C00000"/>
      </a:dk1>
      <a:lt1>
        <a:srgbClr val="FFFFFF"/>
      </a:lt1>
      <a:dk2>
        <a:srgbClr val="C00000"/>
      </a:dk2>
      <a:lt2>
        <a:srgbClr val="C00000"/>
      </a:lt2>
      <a:accent1>
        <a:srgbClr val="C00000"/>
      </a:accent1>
      <a:accent2>
        <a:srgbClr val="C00000"/>
      </a:accent2>
      <a:accent3>
        <a:srgbClr val="C00000"/>
      </a:accent3>
      <a:accent4>
        <a:srgbClr val="C00000"/>
      </a:accent4>
      <a:accent5>
        <a:srgbClr val="C00000"/>
      </a:accent5>
      <a:accent6>
        <a:srgbClr val="C00000"/>
      </a:accent6>
      <a:hlink>
        <a:srgbClr val="C00000"/>
      </a:hlink>
      <a:folHlink>
        <a:srgbClr val="FF4040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</Words>
  <Application>WPS 演示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等线</vt:lpstr>
      <vt:lpstr>微软雅黑</vt:lpstr>
      <vt:lpstr>Arial Unicode MS</vt:lpstr>
      <vt:lpstr>等线 Light</vt:lpstr>
      <vt:lpstr>Office 主题​​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幻页科技</dc:creator>
  <cp:lastModifiedBy>Administrator</cp:lastModifiedBy>
  <cp:revision>52</cp:revision>
  <dcterms:created xsi:type="dcterms:W3CDTF">2017-09-17T16:40:00Z</dcterms:created>
  <dcterms:modified xsi:type="dcterms:W3CDTF">2020-09-04T00:42:00Z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2052-11.1.0.9912</vt:lpwstr>
  </property>
</Properties>
</file>