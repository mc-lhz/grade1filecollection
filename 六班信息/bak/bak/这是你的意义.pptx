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7" r:id="rId3"/>
    <p:sldId id="260" r:id="rId4"/>
    <p:sldId id="261" r:id="rId5"/>
    <p:sldId id="262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58" r:id="rId14"/>
  </p:sldIdLst>
  <p:sldSz cx="12192000" cy="6858000"/>
  <p:notesSz cx="6858000" cy="9144000"/>
  <p:custDataLst>
    <p:tags r:id="rId20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Franklin Gothic Book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Franklin Gothic Book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Franklin Gothic Book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Franklin Gothic Book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Franklin Gothic Book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Franklin Gothic Book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Franklin Gothic Book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Franklin Gothic Book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Franklin Gothic Book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8025"/>
    <p:restoredTop sz="94660"/>
  </p:normalViewPr>
  <p:slideViewPr>
    <p:cSldViewPr snapToGrid="0" showGuides="1">
      <p:cViewPr varScale="1">
        <p:scale>
          <a:sx n="119" d="100"/>
          <a:sy n="119" d="100"/>
        </p:scale>
        <p:origin x="96" y="3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3A8DBB9-FF4D-4FDA-AD34-27FA86519578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fontAlgn="base">
              <a:buNone/>
            </a:pPr>
            <a:fld id="{9A0DB2DC-4C9A-4742-B13C-FB6460FD3503}" type="slidenum">
              <a:rPr lang="en-US" altLang="zh-CN" sz="1200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z="1200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E1CCE20-FD2F-40C5-ABE3-3369F20AA0E6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fontAlgn="base">
              <a:buNone/>
            </a:pPr>
            <a:fld id="{9A0DB2DC-4C9A-4742-B13C-FB6460FD3503}" type="slidenum">
              <a:rPr lang="en-US" altLang="zh-CN" sz="1200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z="1200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直接连接符​​(S) 8"/>
          <p:cNvCxnSpPr/>
          <p:nvPr/>
        </p:nvCxnSpPr>
        <p:spPr>
          <a:xfrm>
            <a:off x="1208088" y="4475163"/>
            <a:ext cx="9875838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 fontAlgn="auto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 fontAlgn="auto"/>
            <a:r>
              <a:rPr lang="zh-CN" altLang="en-US" strike="noStrike" noProof="1"/>
              <a:t>单击此处编辑母版副标题样式</a:t>
            </a:r>
            <a:endParaRPr lang="en-US" strike="noStrike" noProof="1" dirty="0"/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8218488" y="6446838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203234F-2943-4AD6-8E73-34C216403FC9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1096963" y="6446838"/>
            <a:ext cx="6818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800" b="0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993438" y="6446838"/>
            <a:ext cx="7794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fontAlgn="base">
              <a:buNone/>
            </a:pPr>
            <a:fld id="{9A0DB2DC-4C9A-4742-B13C-FB6460FD3503}" type="slidenum">
              <a:rPr lang="en-US" altLang="zh-CN" strike="noStrike" noProof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</a:fld>
            <a:endParaRPr lang="en-US" altLang="zh-CN" strike="noStrike" noProof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 fontAlgn="auto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rtl="0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rtl="0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rtl="0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rtl="0" fontAlgn="auto"/>
            <a:r>
              <a:rPr lang="zh-CN" altLang="en-US" strike="noStrike" noProof="1"/>
              <a:t>五级</a:t>
            </a:r>
            <a:endParaRPr 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ECCA8BC-1B61-46E2-9581-00FC2FDA063C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800" b="0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</a:fld>
            <a:endParaRPr lang="en-US" altLang="zh-CN" strike="noStrike" noProof="1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直接连接符​​(S) 8"/>
          <p:cNvCxnSpPr/>
          <p:nvPr/>
        </p:nvCxnSpPr>
        <p:spPr>
          <a:xfrm>
            <a:off x="1208088" y="4484688"/>
            <a:ext cx="9875838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 fontAlgn="auto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12" name="日期占位符 6"/>
          <p:cNvSpPr>
            <a:spLocks noGrp="1"/>
          </p:cNvSpPr>
          <p:nvPr>
            <p:ph type="dt" sz="half" idx="2"/>
          </p:nvPr>
        </p:nvSpPr>
        <p:spPr>
          <a:xfrm>
            <a:off x="8218488" y="6446838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1630FC-7090-4D1C-93D5-113C82941F4E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3" name="页脚占位符 7"/>
          <p:cNvSpPr>
            <a:spLocks noGrp="1"/>
          </p:cNvSpPr>
          <p:nvPr>
            <p:ph type="ftr" sz="quarter" idx="3"/>
          </p:nvPr>
        </p:nvSpPr>
        <p:spPr>
          <a:xfrm>
            <a:off x="1096963" y="6446838"/>
            <a:ext cx="6818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800" b="0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4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0993438" y="6446838"/>
            <a:ext cx="7794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fontAlgn="base">
              <a:buNone/>
            </a:pPr>
            <a:fld id="{9A0DB2DC-4C9A-4742-B13C-FB6460FD3503}" type="slidenum">
              <a:rPr lang="en-US" altLang="zh-CN" strike="noStrike" noProof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</a:fld>
            <a:endParaRPr lang="en-US" altLang="zh-CN" strike="noStrike" noProof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 fontAlgn="auto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rtl="0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rtl="0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rtl="0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rtl="0" fontAlgn="auto"/>
            <a:r>
              <a:rPr lang="zh-CN" altLang="en-US" strike="noStrike" noProof="1"/>
              <a:t>五级</a:t>
            </a:r>
            <a:endParaRPr 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rtl="0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rtl="0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rtl="0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rtl="0" fontAlgn="auto"/>
            <a:r>
              <a:rPr lang="zh-CN" altLang="en-US" strike="noStrike" noProof="1"/>
              <a:t>五级</a:t>
            </a:r>
            <a:endParaRPr 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ECCA8BC-1B61-46E2-9581-00FC2FDA063C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800" b="0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</a:fld>
            <a:endParaRPr lang="en-US" altLang="zh-CN" strike="noStrike" noProof="1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 fontAlgn="auto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rtl="0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rtl="0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rtl="0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rtl="0" fontAlgn="auto"/>
            <a:r>
              <a:rPr lang="zh-CN" altLang="en-US" strike="noStrike" noProof="1"/>
              <a:t>五级</a:t>
            </a:r>
            <a:endParaRPr lang="en-US" strike="noStrike" noProof="1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rtl="0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rtl="0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rtl="0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rtl="0" fontAlgn="auto"/>
            <a:r>
              <a:rPr lang="zh-CN" altLang="en-US" strike="noStrike" noProof="1"/>
              <a:t>五级</a:t>
            </a:r>
            <a:endParaRPr 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ECCA8BC-1B61-46E2-9581-00FC2FDA063C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800" b="0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</a:fld>
            <a:endParaRPr lang="en-US" altLang="zh-CN" strike="noStrike" noProof="1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 fontAlgn="auto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ECCA8BC-1B61-46E2-9581-00FC2FDA063C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800" b="0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</a:fld>
            <a:endParaRPr lang="en-US" altLang="zh-CN" strike="noStrike" noProof="1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8218488" y="6446838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10A522-F0F5-43AE-870D-B1652467F5E7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>
          <a:xfrm>
            <a:off x="1096963" y="6446838"/>
            <a:ext cx="6818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800" b="0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0993438" y="6446838"/>
            <a:ext cx="7794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fontAlgn="base">
              <a:buNone/>
            </a:pPr>
            <a:fld id="{9A0DB2DC-4C9A-4742-B13C-FB6460FD3503}" type="slidenum">
              <a:rPr lang="en-US" altLang="zh-CN" strike="noStrike" noProof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</a:fld>
            <a:endParaRPr lang="en-US" altLang="zh-CN" strike="noStrike" noProof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465455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 fontAlgn="auto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rtl="0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rtl="0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rtl="0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rtl="0" fontAlgn="auto"/>
            <a:r>
              <a:rPr lang="zh-CN" altLang="en-US" strike="noStrike" noProof="1"/>
              <a:t>五级</a:t>
            </a:r>
            <a:endParaRPr lang="en-US" strike="noStrike" noProof="1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42938" y="6446838"/>
            <a:ext cx="3517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571CF06-CFCF-4651-AD58-EA72AF9A9AA5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5459413" y="6446838"/>
            <a:ext cx="533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800" b="0" i="0" u="none" strike="noStrike" kern="1200" cap="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3" name="幻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0993438" y="6446838"/>
            <a:ext cx="7794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</a:fld>
            <a:endParaRPr lang="en-US" altLang="zh-CN" strike="noStrike" noProof="1" dirty="0">
              <a:solidFill>
                <a:schemeClr val="tx2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vert="horz" lIns="457200" tIns="457200" rIns="0" bIns="45720" rtlCol="0" anchor="t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 fontAlgn="auto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8218488" y="6446838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78803E1-1726-4879-80E3-452B390141DD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1096963" y="6446838"/>
            <a:ext cx="6818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800" b="0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0993438" y="6446838"/>
            <a:ext cx="7794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fontAlgn="base">
              <a:buNone/>
            </a:pPr>
            <a:fld id="{9A0DB2DC-4C9A-4742-B13C-FB6460FD3503}" type="slidenum">
              <a:rPr lang="en-US" altLang="zh-CN" strike="noStrike" noProof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</a:fld>
            <a:endParaRPr lang="en-US" altLang="zh-CN" strike="noStrike" noProof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 fontAlgn="auto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rtl="0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rtl="0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rtl="0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rtl="0" fontAlgn="auto"/>
            <a:r>
              <a:rPr lang="zh-CN" altLang="en-US" strike="noStrike" noProof="1"/>
              <a:t>五级</a:t>
            </a:r>
            <a:endParaRPr 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ECCA8BC-1B61-46E2-9581-00FC2FDA063C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800" b="0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</a:fld>
            <a:endParaRPr lang="en-US" altLang="zh-CN" strike="noStrike" noProof="1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 fontAlgn="auto"/>
            <a:r>
              <a:rPr lang="zh-CN" altLang="en-US" strike="noStrike" noProof="1"/>
              <a:t>单击此处编辑母版标题样式</a:t>
            </a:r>
            <a:endParaRPr lang="en-US" strike="noStrike" noProof="1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rtl="0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rtl="0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rtl="0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rtl="0" fontAlgn="auto"/>
            <a:r>
              <a:rPr lang="zh-CN" altLang="en-US" strike="noStrike" noProof="1"/>
              <a:t>五级</a:t>
            </a:r>
            <a:endParaRPr lang="en-US" strike="noStrike" noProof="1" dirty="0"/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2"/>
          </p:nvPr>
        </p:nvSpPr>
        <p:spPr>
          <a:xfrm>
            <a:off x="8218488" y="6446838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0E476C3-78BD-40CB-9C6F-0D41DD7E1D50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3"/>
          </p:nvPr>
        </p:nvSpPr>
        <p:spPr>
          <a:xfrm>
            <a:off x="1096963" y="6446838"/>
            <a:ext cx="6818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800" b="0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13" name="灯片编号占位符 9"/>
          <p:cNvSpPr>
            <a:spLocks noGrp="1"/>
          </p:cNvSpPr>
          <p:nvPr>
            <p:ph type="sldNum" sz="quarter" idx="4"/>
          </p:nvPr>
        </p:nvSpPr>
        <p:spPr>
          <a:xfrm>
            <a:off x="10993438" y="6446838"/>
            <a:ext cx="7794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p>
            <a:pPr fontAlgn="base">
              <a:buNone/>
            </a:pPr>
            <a:fld id="{9A0DB2DC-4C9A-4742-B13C-FB6460FD3503}" type="slidenum">
              <a:rPr lang="en-US" altLang="zh-CN" strike="noStrike" noProof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</a:fld>
            <a:endParaRPr lang="en-US" altLang="zh-CN" strike="noStrike" noProof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7" name="长方形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7" name="标题占位符 1"/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/>
            <a:r>
              <a:rPr lang="en-US" altLang="zh-CN" dirty="0"/>
              <a:t>单击此处编辑母版标题样式</a:t>
            </a:r>
            <a:endParaRPr lang="en-US" altLang="zh-CN" dirty="0"/>
          </a:p>
        </p:txBody>
      </p:sp>
      <p:sp>
        <p:nvSpPr>
          <p:cNvPr id="1028" name="文本占位符 2"/>
          <p:cNvSpPr>
            <a:spLocks noGrp="1"/>
          </p:cNvSpPr>
          <p:nvPr>
            <p:ph type="body"/>
          </p:nvPr>
        </p:nvSpPr>
        <p:spPr>
          <a:xfrm>
            <a:off x="1096963" y="2108200"/>
            <a:ext cx="10058400" cy="3760788"/>
          </a:xfrm>
          <a:prstGeom prst="rect">
            <a:avLst/>
          </a:prstGeom>
          <a:noFill/>
          <a:ln w="9525">
            <a:noFill/>
          </a:ln>
        </p:spPr>
        <p:txBody>
          <a:bodyPr lIns="0" rIns="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218488" y="6446838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ECCA8BC-1B61-46E2-9581-00FC2FDA063C}" type="datetime1">
              <a:rPr kumimoji="0" lang="zh-CN" alt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096963" y="6446838"/>
            <a:ext cx="68183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800" b="0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  <a:cs typeface="+mn-cs"/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993438" y="6446838"/>
            <a:ext cx="7794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8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rPr>
            </a:fld>
            <a:endParaRPr lang="en-US" altLang="zh-CN" strike="noStrike" noProof="1" dirty="0"/>
          </a:p>
        </p:txBody>
      </p:sp>
      <p:cxnSp>
        <p:nvCxnSpPr>
          <p:cNvPr id="10" name="直接连接符​​(S) 9"/>
          <p:cNvCxnSpPr/>
          <p:nvPr/>
        </p:nvCxnSpPr>
        <p:spPr>
          <a:xfrm>
            <a:off x="1193800" y="1897063"/>
            <a:ext cx="9966325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新宋体" panose="02010609030101010101" pitchFamily="49" charset="-122"/>
          <a:ea typeface="新宋体" panose="02010609030101010101" pitchFamily="49" charset="-122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38417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56705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74993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93281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anose="020F0502020204030204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 useBgFill="1">
        <p:nvSpPr>
          <p:cNvPr id="22" name="长方形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289550" y="639763"/>
            <a:ext cx="6253163" cy="36845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0" b="0" i="0" u="none" strike="noStrike" kern="120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j-cs"/>
              </a:rPr>
              <a:t>意义</a:t>
            </a:r>
            <a:endParaRPr kumimoji="0" lang="en-US" sz="8000" b="0" i="0" u="none" strike="noStrike" kern="1200" cap="none" spc="-5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新宋体" panose="02010609030101010101" pitchFamily="49" charset="-122"/>
              <a:ea typeface="新宋体" panose="02010609030101010101" pitchFamily="49" charset="-122"/>
              <a:cs typeface="+mj-cs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289550" y="4672013"/>
            <a:ext cx="6269038" cy="1022350"/>
          </a:xfr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/>
            </a:pPr>
            <a:endParaRPr kumimoji="0" lang="en-US" sz="2400" b="0" i="0" u="none" strike="noStrike" kern="1200" cap="all" spc="20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+mn-lt"/>
              <a:ea typeface="Microsoft YaHei UI" panose="020B0503020204020204" pitchFamily="34" charset="-122"/>
              <a:cs typeface="+mn-cs"/>
            </a:endParaRPr>
          </a:p>
        </p:txBody>
      </p:sp>
      <p:pic>
        <p:nvPicPr>
          <p:cNvPr id="10245" name="图片 4" descr="一张显示了建筑物、坐姿、长凳和侧边的图片&#10;&#10;说明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635500" cy="68580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4" name="直接连接符​​(S) 23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5427663" y="4498975"/>
            <a:ext cx="5635625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700" b="0" i="0" u="none" strike="noStrike" kern="120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j-cs"/>
              </a:rPr>
              <a:t>从游戏说开去</a:t>
            </a:r>
            <a:endParaRPr kumimoji="0" lang="zh-CN" altLang="en-US" sz="4700" b="0" i="0" u="none" strike="noStrike" kern="1200" cap="none" spc="-5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新宋体" panose="02010609030101010101" pitchFamily="49" charset="-122"/>
              <a:ea typeface="新宋体" panose="02010609030101010101" pitchFamily="49" charset="-122"/>
              <a:cs typeface="+mj-cs"/>
            </a:endParaRPr>
          </a:p>
        </p:txBody>
      </p:sp>
      <p:sp>
        <p:nvSpPr>
          <p:cNvPr id="11266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0" tIns="45720" rIns="0" bIns="45720" anchor="t" anchorCtr="0"/>
          <a:p>
            <a:endParaRPr lang="zh-CN" altLang="en-US" dirty="0"/>
          </a:p>
        </p:txBody>
      </p:sp>
      <p:sp>
        <p:nvSpPr>
          <p:cNvPr id="11267" name="日期占位符 3"/>
          <p:cNvSpPr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SzTx/>
            </a:pPr>
            <a:fld id="{BB962C8B-B14F-4D97-AF65-F5344CB8AC3E}" type="datetime1">
              <a:rPr lang="zh-CN" altLang="en-US" sz="800" dirty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 altLang="en-US" sz="800" dirty="0">
              <a:solidFill>
                <a:srgbClr val="FFFFF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700" b="0" i="0" u="none" strike="noStrike" kern="1200" cap="none" spc="-5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新宋体" panose="02010609030101010101" pitchFamily="49" charset="-122"/>
              <a:ea typeface="新宋体" panose="02010609030101010101" pitchFamily="49" charset="-122"/>
              <a:cs typeface="+mj-cs"/>
            </a:endParaRPr>
          </a:p>
        </p:txBody>
      </p:sp>
      <p:pic>
        <p:nvPicPr>
          <p:cNvPr id="12290" name="内容占位符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54038" y="182563"/>
            <a:ext cx="10923587" cy="6129337"/>
          </a:xfrm>
        </p:spPr>
      </p:pic>
      <p:sp>
        <p:nvSpPr>
          <p:cNvPr id="12291" name="日期占位符 3"/>
          <p:cNvSpPr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SzTx/>
            </a:pPr>
            <a:fld id="{BB962C8B-B14F-4D97-AF65-F5344CB8AC3E}" type="datetime1">
              <a:rPr lang="zh-CN" altLang="en-US" sz="800" dirty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 altLang="en-US" sz="800" dirty="0">
              <a:solidFill>
                <a:srgbClr val="FFFFF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700" b="0" i="0" u="none" strike="noStrike" kern="1200" cap="none" spc="-5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新宋体" panose="02010609030101010101" pitchFamily="49" charset="-122"/>
              <a:ea typeface="新宋体" panose="02010609030101010101" pitchFamily="49" charset="-122"/>
              <a:cs typeface="+mj-cs"/>
            </a:endParaRPr>
          </a:p>
        </p:txBody>
      </p:sp>
      <p:pic>
        <p:nvPicPr>
          <p:cNvPr id="13314" name="内容占位符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20750" y="287338"/>
            <a:ext cx="10234613" cy="5756275"/>
          </a:xfrm>
        </p:spPr>
      </p:pic>
      <p:sp>
        <p:nvSpPr>
          <p:cNvPr id="13315" name="日期占位符 3"/>
          <p:cNvSpPr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SzTx/>
            </a:pPr>
            <a:fld id="{BB962C8B-B14F-4D97-AF65-F5344CB8AC3E}" type="datetime1">
              <a:rPr lang="zh-CN" altLang="en-US" sz="800" dirty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 altLang="en-US" sz="800" dirty="0">
              <a:solidFill>
                <a:srgbClr val="FFFFF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700" b="0" i="0" u="none" strike="noStrike" kern="1200" cap="none" spc="-5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新宋体" panose="02010609030101010101" pitchFamily="49" charset="-122"/>
              <a:ea typeface="新宋体" panose="02010609030101010101" pitchFamily="49" charset="-122"/>
              <a:cs typeface="+mj-cs"/>
            </a:endParaRPr>
          </a:p>
        </p:txBody>
      </p:sp>
      <p:pic>
        <p:nvPicPr>
          <p:cNvPr id="14338" name="内容占位符 5" descr="D:\Personal\Pictures\性格\微信图片_20221027134847.jpg微信图片_20221027134847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436246" y="609600"/>
            <a:ext cx="11319510" cy="5227638"/>
          </a:xfrm>
        </p:spPr>
      </p:pic>
      <p:sp>
        <p:nvSpPr>
          <p:cNvPr id="14339" name="日期占位符 3"/>
          <p:cNvSpPr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SzTx/>
            </a:pPr>
            <a:fld id="{BB962C8B-B14F-4D97-AF65-F5344CB8AC3E}" type="datetime1">
              <a:rPr lang="zh-CN" altLang="en-US" sz="800" dirty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 altLang="en-US" sz="800" dirty="0">
              <a:solidFill>
                <a:srgbClr val="FFFFF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700" b="0" i="0" u="none" strike="noStrike" kern="1200" cap="none" spc="-5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新宋体" panose="02010609030101010101" pitchFamily="49" charset="-122"/>
              <a:ea typeface="新宋体" panose="02010609030101010101" pitchFamily="49" charset="-122"/>
              <a:cs typeface="+mj-cs"/>
            </a:endParaRPr>
          </a:p>
        </p:txBody>
      </p:sp>
      <p:pic>
        <p:nvPicPr>
          <p:cNvPr id="15362" name="内容占位符 5" descr="D:\Personal\Pictures\性格\微信图片_20221027134834.jpg微信图片_20221027134834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1376363" y="836613"/>
            <a:ext cx="9277350" cy="4284662"/>
          </a:xfrm>
        </p:spPr>
      </p:pic>
      <p:sp>
        <p:nvSpPr>
          <p:cNvPr id="15363" name="日期占位符 3"/>
          <p:cNvSpPr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SzTx/>
            </a:pPr>
            <a:fld id="{BB962C8B-B14F-4D97-AF65-F5344CB8AC3E}" type="datetime1">
              <a:rPr lang="zh-CN" altLang="en-US" sz="800" dirty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 altLang="en-US" sz="800" dirty="0">
              <a:solidFill>
                <a:srgbClr val="FFFFF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700" b="0" i="0" u="none" strike="noStrike" kern="1200" cap="none" spc="-5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新宋体" panose="02010609030101010101" pitchFamily="49" charset="-122"/>
              <a:ea typeface="新宋体" panose="02010609030101010101" pitchFamily="49" charset="-122"/>
              <a:cs typeface="+mj-cs"/>
            </a:endParaRPr>
          </a:p>
        </p:txBody>
      </p:sp>
      <p:pic>
        <p:nvPicPr>
          <p:cNvPr id="16386" name="内容占位符 5" descr="D:\Personal\Pictures\性格\微信图片_20221027134843.jpg微信图片_20221027134843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1014095" y="809625"/>
            <a:ext cx="9947910" cy="4594225"/>
          </a:xfrm>
        </p:spPr>
      </p:pic>
      <p:sp>
        <p:nvSpPr>
          <p:cNvPr id="16387" name="日期占位符 3"/>
          <p:cNvSpPr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SzTx/>
            </a:pPr>
            <a:fld id="{BB962C8B-B14F-4D97-AF65-F5344CB8AC3E}" type="datetime1">
              <a:rPr lang="zh-CN" altLang="en-US" sz="800" dirty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 altLang="en-US" sz="800" dirty="0">
              <a:solidFill>
                <a:srgbClr val="FFFFF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700" b="0" i="0" u="none" strike="noStrike" kern="1200" cap="none" spc="-5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新宋体" panose="02010609030101010101" pitchFamily="49" charset="-122"/>
              <a:ea typeface="新宋体" panose="02010609030101010101" pitchFamily="49" charset="-122"/>
              <a:cs typeface="+mj-cs"/>
            </a:endParaRPr>
          </a:p>
        </p:txBody>
      </p:sp>
      <p:pic>
        <p:nvPicPr>
          <p:cNvPr id="17410" name="内容占位符 5" descr="D:\Personal\Pictures\性格\微信图片_20221027134839.jpg微信图片_20221027134839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876300" y="861695"/>
            <a:ext cx="10218738" cy="4718685"/>
          </a:xfrm>
        </p:spPr>
      </p:pic>
      <p:sp>
        <p:nvSpPr>
          <p:cNvPr id="17411" name="日期占位符 3"/>
          <p:cNvSpPr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SzTx/>
            </a:pPr>
            <a:fld id="{BB962C8B-B14F-4D97-AF65-F5344CB8AC3E}" type="datetime1">
              <a:rPr lang="zh-CN" altLang="en-US" sz="800" dirty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 altLang="en-US" sz="800" dirty="0">
              <a:solidFill>
                <a:srgbClr val="FFFFF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700" b="0" i="0" u="none" strike="noStrike" kern="1200" cap="none" spc="-5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新宋体" panose="02010609030101010101" pitchFamily="49" charset="-122"/>
              <a:ea typeface="新宋体" panose="02010609030101010101" pitchFamily="49" charset="-122"/>
              <a:cs typeface="+mj-cs"/>
            </a:endParaRPr>
          </a:p>
        </p:txBody>
      </p:sp>
      <p:pic>
        <p:nvPicPr>
          <p:cNvPr id="18434" name="内容占位符 5" descr="D:\Personal\Pictures\性格\微信图片_20221027134821.jpg微信图片_20221027134821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427038" y="513239"/>
            <a:ext cx="11242675" cy="5191760"/>
          </a:xfrm>
        </p:spPr>
      </p:pic>
      <p:sp>
        <p:nvSpPr>
          <p:cNvPr id="18435" name="日期占位符 3"/>
          <p:cNvSpPr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SzTx/>
            </a:pPr>
            <a:fld id="{BB962C8B-B14F-4D97-AF65-F5344CB8AC3E}" type="datetime1">
              <a:rPr lang="zh-CN" altLang="en-US" sz="800" dirty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 altLang="en-US" sz="800" dirty="0">
              <a:solidFill>
                <a:srgbClr val="FFFFF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700" b="0" i="0" u="none" strike="noStrike" kern="1200" cap="none" spc="-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j-cs"/>
              </a:rPr>
              <a:t>灵魂拷问：谁最强</a:t>
            </a:r>
            <a:endParaRPr kumimoji="0" lang="zh-CN" altLang="en-US" sz="4700" b="0" i="0" u="none" strike="noStrike" kern="1200" cap="none" spc="-5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新宋体" panose="02010609030101010101" pitchFamily="49" charset="-122"/>
              <a:ea typeface="新宋体" panose="02010609030101010101" pitchFamily="49" charset="-122"/>
              <a:cs typeface="+mj-cs"/>
            </a:endParaRPr>
          </a:p>
        </p:txBody>
      </p:sp>
      <p:sp>
        <p:nvSpPr>
          <p:cNvPr id="19458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0" tIns="45720" rIns="0" bIns="45720" anchor="t" anchorCtr="0"/>
          <a:p>
            <a:endParaRPr lang="zh-CN" altLang="en-US" dirty="0"/>
          </a:p>
        </p:txBody>
      </p:sp>
      <p:sp>
        <p:nvSpPr>
          <p:cNvPr id="19459" name="日期占位符 3"/>
          <p:cNvSpPr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SzTx/>
            </a:pPr>
            <a:fld id="{BB962C8B-B14F-4D97-AF65-F5344CB8AC3E}" type="datetime1">
              <a:rPr lang="zh-CN" altLang="en-US" sz="800" dirty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 altLang="en-US" sz="800" dirty="0">
              <a:solidFill>
                <a:srgbClr val="FFFFF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700" b="0" i="0" u="none" strike="noStrike" kern="1200" cap="none" spc="-5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新宋体" panose="02010609030101010101" pitchFamily="49" charset="-122"/>
              <a:ea typeface="新宋体" panose="02010609030101010101" pitchFamily="49" charset="-122"/>
              <a:cs typeface="+mj-cs"/>
            </a:endParaRPr>
          </a:p>
        </p:txBody>
      </p:sp>
      <p:pic>
        <p:nvPicPr>
          <p:cNvPr id="21506" name="内容占位符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52775" y="577850"/>
            <a:ext cx="5491163" cy="5435600"/>
          </a:xfrm>
        </p:spPr>
      </p:pic>
      <p:sp>
        <p:nvSpPr>
          <p:cNvPr id="21507" name="日期占位符 3"/>
          <p:cNvSpPr>
            <a:spLocks noGrp="1"/>
          </p:cNvSpPr>
          <p:nvPr>
            <p:ph type="dt" sz="half" idx="10"/>
          </p:nvPr>
        </p:nvSpPr>
        <p:spPr>
          <a:noFill/>
          <a:ln>
            <a:noFill/>
          </a:ln>
        </p:spPr>
        <p:txBody>
          <a:bodyPr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Franklin Gothic Book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SzTx/>
            </a:pPr>
            <a:fld id="{BB962C8B-B14F-4D97-AF65-F5344CB8AC3E}" type="datetime1">
              <a:rPr lang="zh-CN" altLang="en-US" sz="800" dirty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zh-CN" altLang="en-US" sz="800" dirty="0">
              <a:solidFill>
                <a:srgbClr val="FFFFF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96963" y="758825"/>
            <a:ext cx="10058400" cy="38925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j-cs"/>
              </a:rPr>
              <a:t>人所拥有的任何东西，都可以被剥夺，唯独人性最后的自由，</a:t>
            </a:r>
            <a:r>
              <a:rPr kumimoji="0" lang="en-US" altLang="zh-CN" sz="4400" b="1" i="0" u="none" strike="noStrike" kern="120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j-cs"/>
              </a:rPr>
              <a:t>——</a:t>
            </a:r>
            <a:r>
              <a:rPr kumimoji="0" lang="zh-CN" altLang="en-US" sz="4400" b="1" i="0" u="none" strike="noStrike" kern="120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j-cs"/>
              </a:rPr>
              <a:t>也就是在任何境遇中选择一己态度和生活方式的自由</a:t>
            </a:r>
            <a:r>
              <a:rPr kumimoji="0" lang="en-US" altLang="zh-CN" sz="4400" b="1" i="0" u="none" strike="noStrike" kern="120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j-cs"/>
              </a:rPr>
              <a:t>——</a:t>
            </a:r>
            <a:r>
              <a:rPr kumimoji="0" lang="zh-CN" altLang="en-US" sz="4400" b="1" i="0" u="none" strike="noStrike" kern="1200" cap="none" spc="-5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新宋体" panose="02010609030101010101" pitchFamily="49" charset="-122"/>
                <a:ea typeface="新宋体" panose="02010609030101010101" pitchFamily="49" charset="-122"/>
                <a:cs typeface="+mj-cs"/>
              </a:rPr>
              <a:t>不能被剥夺</a:t>
            </a:r>
            <a:endParaRPr kumimoji="0" lang="zh-CN" altLang="en-US" sz="4400" b="1" i="0" u="none" strike="noStrike" kern="1200" cap="none" spc="-5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新宋体" panose="02010609030101010101" pitchFamily="49" charset="-122"/>
              <a:ea typeface="新宋体" panose="02010609030101010101" pitchFamily="49" charset="-122"/>
              <a:cs typeface="+mj-cs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0138" y="5224463"/>
            <a:ext cx="10058400" cy="1143000"/>
          </a:xfr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Tx/>
              <a:buFont typeface="Calibri" panose="020F0502020204030204" pitchFamily="34" charset="0"/>
              <a:buNone/>
              <a:defRPr/>
            </a:pPr>
            <a:r>
              <a:rPr kumimoji="0" lang="en-US" sz="2400" b="0" i="0" u="none" strike="noStrike" kern="1200" cap="all" spc="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Microsoft YaHei UI" panose="020B0503020204020204" pitchFamily="34" charset="-122"/>
                <a:cs typeface="+mn-cs"/>
              </a:rPr>
              <a:t>-</a:t>
            </a:r>
            <a:r>
              <a:rPr kumimoji="0" lang="zh-CN" altLang="en-US" sz="2400" b="1" i="0" u="none" strike="noStrike" kern="1200" cap="all" spc="2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icrosoft YaHei UI" panose="020B0503020204020204" pitchFamily="34" charset="-122"/>
                <a:cs typeface="+mn-cs"/>
              </a:rPr>
              <a:t>人间不值得，但你可以值得</a:t>
            </a:r>
            <a:r>
              <a:rPr kumimoji="0" lang="en-US" altLang="zh-CN" sz="2400" b="1" i="0" u="none" strike="noStrike" kern="1200" cap="all" spc="2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icrosoft YaHei UI" panose="020B0503020204020204" pitchFamily="34" charset="-122"/>
                <a:cs typeface="+mn-cs"/>
              </a:rPr>
              <a:t> </a:t>
            </a:r>
            <a:r>
              <a:rPr kumimoji="0" lang="zh-CN" altLang="en-US" sz="2400" b="1" i="0" u="none" strike="noStrike" kern="1200" cap="all" spc="2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icrosoft YaHei UI" panose="020B0503020204020204" pitchFamily="34" charset="-122"/>
                <a:cs typeface="+mn-cs"/>
              </a:rPr>
              <a:t>我们不知道什么时候会死，但更不知道我们会死多久</a:t>
            </a:r>
            <a:endParaRPr kumimoji="0" lang="zh-CN" altLang="en-US" sz="2400" b="1" i="0" u="none" strike="noStrike" kern="1200" cap="all" spc="2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icrosoft YaHei UI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a971626d-9384-492a-b56c-400a4ea3ef15"/>
  <p:tag name="COMMONDATA" val="eyJoZGlkIjoiOTIxMWY3Y2NkYTVkNDQ4OWMyYzViZDlhOGNlNjFmZmEifQ=="/>
  <p:tag name="commondata" val="eyJoZGlkIjoiYWM5YmU5ZGEzNDYwMDNkYzQ0OWMwOTZkMmM2YzZiOTcifQ=="/>
</p:tagLst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{FFC12DE3-BD74-4EF1-BF54-642CD0697A15}tf56160789</Template>
  <TotalTime>0</TotalTime>
  <Words>122</Words>
  <Application>WPS 演示</Application>
  <PresentationFormat>宽屏</PresentationFormat>
  <Paragraphs>30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Franklin Gothic Book</vt:lpstr>
      <vt:lpstr>Microsoft YaHei UI</vt:lpstr>
      <vt:lpstr>新宋体</vt:lpstr>
      <vt:lpstr>Calibri</vt:lpstr>
      <vt:lpstr>微软雅黑</vt:lpstr>
      <vt:lpstr>Arial Unicode MS</vt:lpstr>
      <vt:lpstr>等线</vt:lpstr>
      <vt:lpstr>Comic Book</vt:lpstr>
      <vt:lpstr>1_RetrospectVTI</vt:lpstr>
      <vt:lpstr>这是你的意义</vt:lpstr>
      <vt:lpstr>从游戏说开去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灵魂拷问：谁最强</vt:lpstr>
      <vt:lpstr>PowerPoint 演示文稿</vt:lpstr>
      <vt:lpstr>人所拥有的任何东西，都可以被剥夺，唯独人性最后的自由，——也就是在任何境遇中选择一己态度和生活方式的自由——不能被剥夺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yA0</cp:lastModifiedBy>
  <cp:revision>7</cp:revision>
  <dcterms:created xsi:type="dcterms:W3CDTF">2020-05-12T14:11:00Z</dcterms:created>
  <dcterms:modified xsi:type="dcterms:W3CDTF">2025-09-08T00:56:33Z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E3B88EAA15DA40BCBAED90524461A8C2</vt:lpwstr>
  </property>
  <property fmtid="{D5CDD505-2E9C-101B-9397-08002B2CF9AE}" pid="3" name="KSOProductBuildVer">
    <vt:lpwstr>2052-12.1.0.22529</vt:lpwstr>
  </property>
</Properties>
</file>