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handoutMasters/handoutMaster1.xml" ContentType="application/vnd.openxmlformats-officedocument.presentationml.handoutMaster+xml"/>
  <Override PartName="/ppt/media/image35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handoutMasterIdLst>
    <p:handoutMasterId r:id="rId12"/>
  </p:handoutMasterIdLst>
  <p:sldIdLst>
    <p:sldId id="281" r:id="rId3"/>
    <p:sldId id="266" r:id="rId4"/>
    <p:sldId id="282" r:id="rId5"/>
    <p:sldId id="280" r:id="rId6"/>
    <p:sldId id="262" r:id="rId7"/>
    <p:sldId id="259" r:id="rId8"/>
    <p:sldId id="260" r:id="rId9"/>
    <p:sldId id="265" r:id="rId11"/>
  </p:sldIdLst>
  <p:sldSz cx="12192000" cy="6858000"/>
  <p:notesSz cx="6858000" cy="9144000"/>
  <p:embeddedFontLst>
    <p:embeddedFont>
      <p:font typeface="汉仪舒圆黑简体" panose="00020600040101010101" charset="-122"/>
      <p:regular r:id="rId16"/>
    </p:embeddedFont>
    <p:embeddedFont>
      <p:font typeface="方正粗金陵简体" panose="02000000000000000000" charset="-122"/>
      <p:regular r:id="rId17"/>
    </p:embeddedFont>
  </p:embeddedFontLst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D2417"/>
    <a:srgbClr val="F8888E"/>
    <a:srgbClr val="24A5A9"/>
    <a:srgbClr val="F6DC67"/>
    <a:srgbClr val="209598"/>
    <a:srgbClr val="9BE7E9"/>
    <a:srgbClr val="ADDCDE"/>
    <a:srgbClr val="D3EAF6"/>
    <a:srgbClr val="FFC7CE"/>
    <a:srgbClr val="799C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46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8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1.xml"/><Relationship Id="rId17" Type="http://schemas.openxmlformats.org/officeDocument/2006/relationships/font" Target="fonts/font2.fntdata"/><Relationship Id="rId16" Type="http://schemas.openxmlformats.org/officeDocument/2006/relationships/font" Target="fonts/font1.fntdata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汉仪旗黑-50简" panose="00020600040101010101" charset="-122"/>
              <a:ea typeface="汉仪旗黑-50简" panose="00020600040101010101" charset="-122"/>
              <a:cs typeface="汉仪旗黑-50简" panose="00020600040101010101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ea typeface="汉仪旗黑-50简" panose="00020600040101010101" charset="-122"/>
              </a:rPr>
            </a:fld>
            <a:endParaRPr lang="zh-CN" altLang="en-US">
              <a:ea typeface="汉仪旗黑-50简" panose="00020600040101010101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汉仪旗黑-50简" panose="00020600040101010101" charset="-122"/>
              <a:ea typeface="汉仪旗黑-50简" panose="00020600040101010101" charset="-122"/>
              <a:cs typeface="汉仪旗黑-50简" panose="00020600040101010101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ea typeface="汉仪旗黑-50简" panose="00020600040101010101" charset="-122"/>
              </a:rPr>
            </a:fld>
            <a:endParaRPr lang="zh-CN" altLang="en-US">
              <a:ea typeface="汉仪旗黑-50简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汉仪旗黑-50简" panose="00020600040101010101" charset="-122"/>
                <a:ea typeface="汉仪旗黑-50简" panose="00020600040101010101" charset="-122"/>
                <a:cs typeface="汉仪旗黑-50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汉仪旗黑-50简" panose="00020600040101010101" charset="-122"/>
                <a:ea typeface="汉仪旗黑-50简" panose="00020600040101010101" charset="-122"/>
                <a:cs typeface="汉仪旗黑-50简" panose="00020600040101010101" charset="-122"/>
              </a:defRPr>
            </a:lvl1pPr>
          </a:lstStyle>
          <a:p>
            <a:fld id="{23FD7E69-0C40-4683-B14B-0198AA42BE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汉仪旗黑-50简" panose="00020600040101010101" charset="-122"/>
                <a:ea typeface="汉仪旗黑-50简" panose="00020600040101010101" charset="-122"/>
                <a:cs typeface="汉仪旗黑-50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汉仪旗黑-50简" panose="00020600040101010101" charset="-122"/>
                <a:ea typeface="汉仪旗黑-50简" panose="00020600040101010101" charset="-122"/>
                <a:cs typeface="汉仪旗黑-50简" panose="00020600040101010101" charset="-122"/>
              </a:defRPr>
            </a:lvl1pPr>
          </a:lstStyle>
          <a:p>
            <a:fld id="{6777A19B-9F8B-4302-83FE-82A1061377F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汉仪旗黑-50简" panose="00020600040101010101" charset="-122"/>
        <a:ea typeface="汉仪旗黑-50简" panose="00020600040101010101" charset="-122"/>
        <a:cs typeface="汉仪旗黑-50简" panose="00020600040101010101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汉仪旗黑-50简" panose="00020600040101010101" charset="-122"/>
        <a:ea typeface="汉仪旗黑-50简" panose="00020600040101010101" charset="-122"/>
        <a:cs typeface="汉仪旗黑-50简" panose="00020600040101010101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汉仪旗黑-50简" panose="00020600040101010101" charset="-122"/>
        <a:ea typeface="汉仪旗黑-50简" panose="00020600040101010101" charset="-122"/>
        <a:cs typeface="汉仪旗黑-50简" panose="00020600040101010101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汉仪旗黑-50简" panose="00020600040101010101" charset="-122"/>
        <a:ea typeface="汉仪旗黑-50简" panose="00020600040101010101" charset="-122"/>
        <a:cs typeface="汉仪旗黑-50简" panose="00020600040101010101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汉仪旗黑-50简" panose="00020600040101010101" charset="-122"/>
        <a:ea typeface="汉仪旗黑-50简" panose="00020600040101010101" charset="-122"/>
        <a:cs typeface="汉仪旗黑-50简" panose="00020600040101010101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方正粗金陵简体" panose="02000000000000000000" charset="-122"/>
                <a:ea typeface="方正粗金陵简体" panose="02000000000000000000" charset="-122"/>
                <a:sym typeface="汉仪旗黑-50简" panose="00020600040101010101" charset="-122"/>
              </a:rPr>
              <a:t>拿着满意的牌，也不知道如何打好手中的牌。有时候会选择放弃跟看，总是觉得别人的牌比自己的好，所以难以释怀。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方正粗金陵简体" panose="02000000000000000000" charset="-122"/>
              <a:ea typeface="方正粗金陵简体" panose="02000000000000000000" charset="-122"/>
              <a:cs typeface="汉仪旗黑-50简" panose="00020600040101010101" charset="-122"/>
              <a:sym typeface="汉仪旗黑-50简" panose="00020600040101010101" charset="-122"/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方正粗金陵简体" panose="02000000000000000000" charset="-122"/>
                <a:ea typeface="方正粗金陵简体" panose="02000000000000000000" charset="-122"/>
                <a:sym typeface="汉仪旗黑-50简" panose="00020600040101010101" charset="-122"/>
              </a:rPr>
              <a:t>等到牌局终了摊开牌后发现：别人连我牌的一般都不如！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方正粗金陵简体" panose="02000000000000000000" charset="-122"/>
              <a:ea typeface="方正粗金陵简体" panose="02000000000000000000" charset="-122"/>
              <a:cs typeface="汉仪旗黑-50简" panose="00020600040101010101" charset="-122"/>
              <a:sym typeface="汉仪旗黑-50简" panose="00020600040101010101" charset="-122"/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方正粗金陵简体" panose="02000000000000000000" charset="-122"/>
                <a:ea typeface="方正粗金陵简体" panose="02000000000000000000" charset="-122"/>
                <a:sym typeface="汉仪旗黑-50简" panose="00020600040101010101" charset="-122"/>
              </a:rPr>
              <a:t>人生如牌局，扑朔迷离，有多种选择和玩法，不到最后一刻猜不出谁是应激。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方正粗金陵简体" panose="02000000000000000000" charset="-122"/>
              <a:ea typeface="方正粗金陵简体" panose="02000000000000000000" charset="-122"/>
              <a:cs typeface="汉仪旗黑-50简" panose="00020600040101010101" charset="-122"/>
              <a:sym typeface="汉仪旗黑-50简" panose="00020600040101010101" charset="-122"/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方正粗金陵简体" panose="02000000000000000000" charset="-122"/>
                <a:ea typeface="方正粗金陵简体" panose="02000000000000000000" charset="-122"/>
                <a:sym typeface="汉仪旗黑-50简" panose="00020600040101010101" charset="-122"/>
              </a:rPr>
              <a:t>人生如牌局，发牌的是上天，而出牌的是自己，经历越多，生命就越有长度。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方正粗金陵简体" panose="02000000000000000000" charset="-122"/>
              <a:ea typeface="方正粗金陵简体" panose="02000000000000000000" charset="-122"/>
              <a:cs typeface="汉仪旗黑-50简" panose="00020600040101010101" charset="-122"/>
              <a:sym typeface="汉仪旗黑-50简" panose="00020600040101010101" charset="-122"/>
            </a:endParaRPr>
          </a:p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5DAE1-2184-4408-AD01-91CC53E60B6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CFB0F-86DD-4D55-A04A-25EB6368ED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5DAE1-2184-4408-AD01-91CC53E60B6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CFB0F-86DD-4D55-A04A-25EB6368ED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5DAE1-2184-4408-AD01-91CC53E60B6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CFB0F-86DD-4D55-A04A-25EB6368ED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5DAE1-2184-4408-AD01-91CC53E60B6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CFB0F-86DD-4D55-A04A-25EB6368ED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5DAE1-2184-4408-AD01-91CC53E60B67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CFB0F-86DD-4D55-A04A-25EB6368ED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5DAE1-2184-4408-AD01-91CC53E60B6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CFB0F-86DD-4D55-A04A-25EB6368ED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5DAE1-2184-4408-AD01-91CC53E60B67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CFB0F-86DD-4D55-A04A-25EB6368ED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5DAE1-2184-4408-AD01-91CC53E60B6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CFB0F-86DD-4D55-A04A-25EB6368ED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5DAE1-2184-4408-AD01-91CC53E60B6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CFB0F-86DD-4D55-A04A-25EB6368ED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5DAE1-2184-4408-AD01-91CC53E60B6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CFB0F-86DD-4D55-A04A-25EB6368ED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5DAE1-2184-4408-AD01-91CC53E60B6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CFB0F-86DD-4D55-A04A-25EB6368ED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4A5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旗黑-50简" panose="00020600040101010101" charset="-122"/>
            </a:endParaRPr>
          </a:p>
        </p:txBody>
      </p:sp>
      <p:grpSp>
        <p:nvGrpSpPr>
          <p:cNvPr id="4" name="组合 3"/>
          <p:cNvGrpSpPr/>
          <p:nvPr userDrawn="1"/>
        </p:nvGrpSpPr>
        <p:grpSpPr>
          <a:xfrm>
            <a:off x="10153308" y="3055629"/>
            <a:ext cx="1517139" cy="3802371"/>
            <a:chOff x="-1783760" y="-309935"/>
            <a:chExt cx="1517139" cy="7207983"/>
          </a:xfrm>
          <a:solidFill>
            <a:srgbClr val="209598"/>
          </a:solidFill>
        </p:grpSpPr>
        <p:sp>
          <p:nvSpPr>
            <p:cNvPr id="5" name="矩形 4"/>
            <p:cNvSpPr/>
            <p:nvPr/>
          </p:nvSpPr>
          <p:spPr>
            <a:xfrm>
              <a:off x="-339768" y="-309935"/>
              <a:ext cx="73147" cy="720798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旗黑-50简" panose="00020600040101010101" charset="-122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-628568" y="-309935"/>
              <a:ext cx="73147" cy="720798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旗黑-50简" panose="00020600040101010101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-917366" y="-309935"/>
              <a:ext cx="73147" cy="720798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旗黑-50简" panose="00020600040101010101" charset="-122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-1206164" y="-309935"/>
              <a:ext cx="73147" cy="720798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旗黑-50简" panose="00020600040101010101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-1494962" y="-309935"/>
              <a:ext cx="73147" cy="720798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旗黑-50简" panose="00020600040101010101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-1783760" y="-309935"/>
              <a:ext cx="73147" cy="720798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旗黑-50简" panose="00020600040101010101" charset="-122"/>
              </a:endParaRPr>
            </a:p>
          </p:txBody>
        </p:sp>
      </p:grpSp>
      <p:grpSp>
        <p:nvGrpSpPr>
          <p:cNvPr id="11" name="组合 10"/>
          <p:cNvGrpSpPr/>
          <p:nvPr userDrawn="1"/>
        </p:nvGrpSpPr>
        <p:grpSpPr>
          <a:xfrm>
            <a:off x="9107356" y="0"/>
            <a:ext cx="3084644" cy="3556358"/>
            <a:chOff x="9107356" y="0"/>
            <a:chExt cx="3084644" cy="3556358"/>
          </a:xfrm>
        </p:grpSpPr>
        <p:sp>
          <p:nvSpPr>
            <p:cNvPr id="12" name="任意多边形: 形状 11"/>
            <p:cNvSpPr/>
            <p:nvPr/>
          </p:nvSpPr>
          <p:spPr>
            <a:xfrm>
              <a:off x="9107356" y="0"/>
              <a:ext cx="3084644" cy="3556358"/>
            </a:xfrm>
            <a:custGeom>
              <a:avLst/>
              <a:gdLst>
                <a:gd name="connsiteX0" fmla="*/ 237564 w 3084644"/>
                <a:gd name="connsiteY0" fmla="*/ 0 h 3556358"/>
                <a:gd name="connsiteX1" fmla="*/ 3084644 w 3084644"/>
                <a:gd name="connsiteY1" fmla="*/ 0 h 3556358"/>
                <a:gd name="connsiteX2" fmla="*/ 3084644 w 3084644"/>
                <a:gd name="connsiteY2" fmla="*/ 3484300 h 3556358"/>
                <a:gd name="connsiteX3" fmla="*/ 3001802 w 3084644"/>
                <a:gd name="connsiteY3" fmla="*/ 3505601 h 3556358"/>
                <a:gd name="connsiteX4" fmla="*/ 2498306 w 3084644"/>
                <a:gd name="connsiteY4" fmla="*/ 3556358 h 3556358"/>
                <a:gd name="connsiteX5" fmla="*/ 0 w 3084644"/>
                <a:gd name="connsiteY5" fmla="*/ 1058052 h 3556358"/>
                <a:gd name="connsiteX6" fmla="*/ 196329 w 3084644"/>
                <a:gd name="connsiteY6" fmla="*/ 85599 h 3556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84644" h="3556358">
                  <a:moveTo>
                    <a:pt x="237564" y="0"/>
                  </a:moveTo>
                  <a:lnTo>
                    <a:pt x="3084644" y="0"/>
                  </a:lnTo>
                  <a:lnTo>
                    <a:pt x="3084644" y="3484300"/>
                  </a:lnTo>
                  <a:lnTo>
                    <a:pt x="3001802" y="3505601"/>
                  </a:lnTo>
                  <a:cubicBezTo>
                    <a:pt x="2839168" y="3538881"/>
                    <a:pt x="2670778" y="3556358"/>
                    <a:pt x="2498306" y="3556358"/>
                  </a:cubicBezTo>
                  <a:cubicBezTo>
                    <a:pt x="1118530" y="3556358"/>
                    <a:pt x="0" y="2437828"/>
                    <a:pt x="0" y="1058052"/>
                  </a:cubicBezTo>
                  <a:cubicBezTo>
                    <a:pt x="0" y="713108"/>
                    <a:pt x="69908" y="384492"/>
                    <a:pt x="196329" y="85599"/>
                  </a:cubicBezTo>
                  <a:close/>
                </a:path>
              </a:pathLst>
            </a:custGeom>
            <a:solidFill>
              <a:srgbClr val="4D2417"/>
            </a:solidFill>
            <a:ln w="539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汉仪旗黑-50简" panose="00020600040101010101" charset="-122"/>
              </a:endParaRPr>
            </a:p>
          </p:txBody>
        </p:sp>
        <p:sp>
          <p:nvSpPr>
            <p:cNvPr id="13" name="任意多边形: 形状 12"/>
            <p:cNvSpPr/>
            <p:nvPr/>
          </p:nvSpPr>
          <p:spPr>
            <a:xfrm>
              <a:off x="9177563" y="0"/>
              <a:ext cx="3014437" cy="3486151"/>
            </a:xfrm>
            <a:custGeom>
              <a:avLst/>
              <a:gdLst>
                <a:gd name="connsiteX0" fmla="*/ 245212 w 3014437"/>
                <a:gd name="connsiteY0" fmla="*/ 0 h 3486151"/>
                <a:gd name="connsiteX1" fmla="*/ 3014437 w 3014437"/>
                <a:gd name="connsiteY1" fmla="*/ 0 h 3486151"/>
                <a:gd name="connsiteX2" fmla="*/ 3014437 w 3014437"/>
                <a:gd name="connsiteY2" fmla="*/ 3411882 h 3486151"/>
                <a:gd name="connsiteX3" fmla="*/ 2917446 w 3014437"/>
                <a:gd name="connsiteY3" fmla="*/ 3436821 h 3486151"/>
                <a:gd name="connsiteX4" fmla="*/ 2428099 w 3014437"/>
                <a:gd name="connsiteY4" fmla="*/ 3486151 h 3486151"/>
                <a:gd name="connsiteX5" fmla="*/ 0 w 3014437"/>
                <a:gd name="connsiteY5" fmla="*/ 1058052 h 3486151"/>
                <a:gd name="connsiteX6" fmla="*/ 190812 w 3014437"/>
                <a:gd name="connsiteY6" fmla="*/ 112926 h 3486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14437" h="3486151">
                  <a:moveTo>
                    <a:pt x="245212" y="0"/>
                  </a:moveTo>
                  <a:lnTo>
                    <a:pt x="3014437" y="0"/>
                  </a:lnTo>
                  <a:lnTo>
                    <a:pt x="3014437" y="3411882"/>
                  </a:lnTo>
                  <a:lnTo>
                    <a:pt x="2917446" y="3436821"/>
                  </a:lnTo>
                  <a:cubicBezTo>
                    <a:pt x="2759382" y="3469165"/>
                    <a:pt x="2595724" y="3486151"/>
                    <a:pt x="2428099" y="3486151"/>
                  </a:cubicBezTo>
                  <a:cubicBezTo>
                    <a:pt x="1087097" y="3486151"/>
                    <a:pt x="0" y="2399054"/>
                    <a:pt x="0" y="1058052"/>
                  </a:cubicBezTo>
                  <a:cubicBezTo>
                    <a:pt x="0" y="722802"/>
                    <a:pt x="67944" y="403420"/>
                    <a:pt x="190812" y="112926"/>
                  </a:cubicBezTo>
                  <a:close/>
                </a:path>
              </a:pathLst>
            </a:custGeom>
            <a:solidFill>
              <a:srgbClr val="209598"/>
            </a:solidFill>
            <a:ln w="539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汉仪旗黑-50简" panose="00020600040101010101" charset="-122"/>
              </a:endParaRPr>
            </a:p>
          </p:txBody>
        </p:sp>
        <p:sp>
          <p:nvSpPr>
            <p:cNvPr id="14" name="任意多边形: 形状 13"/>
            <p:cNvSpPr/>
            <p:nvPr/>
          </p:nvSpPr>
          <p:spPr>
            <a:xfrm>
              <a:off x="9496701" y="0"/>
              <a:ext cx="2695299" cy="3167013"/>
            </a:xfrm>
            <a:custGeom>
              <a:avLst/>
              <a:gdLst>
                <a:gd name="connsiteX0" fmla="*/ 286615 w 2695299"/>
                <a:gd name="connsiteY0" fmla="*/ 0 h 3167013"/>
                <a:gd name="connsiteX1" fmla="*/ 2695299 w 2695299"/>
                <a:gd name="connsiteY1" fmla="*/ 0 h 3167013"/>
                <a:gd name="connsiteX2" fmla="*/ 2695299 w 2695299"/>
                <a:gd name="connsiteY2" fmla="*/ 3082690 h 3167013"/>
                <a:gd name="connsiteX3" fmla="*/ 2533990 w 2695299"/>
                <a:gd name="connsiteY3" fmla="*/ 3124166 h 3167013"/>
                <a:gd name="connsiteX4" fmla="*/ 2108961 w 2695299"/>
                <a:gd name="connsiteY4" fmla="*/ 3167013 h 3167013"/>
                <a:gd name="connsiteX5" fmla="*/ 0 w 2695299"/>
                <a:gd name="connsiteY5" fmla="*/ 1058052 h 3167013"/>
                <a:gd name="connsiteX6" fmla="*/ 254540 w 2695299"/>
                <a:gd name="connsiteY6" fmla="*/ 52796 h 3167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95299" h="3167013">
                  <a:moveTo>
                    <a:pt x="286615" y="0"/>
                  </a:moveTo>
                  <a:lnTo>
                    <a:pt x="2695299" y="0"/>
                  </a:lnTo>
                  <a:lnTo>
                    <a:pt x="2695299" y="3082690"/>
                  </a:lnTo>
                  <a:lnTo>
                    <a:pt x="2533990" y="3124166"/>
                  </a:lnTo>
                  <a:cubicBezTo>
                    <a:pt x="2396702" y="3152260"/>
                    <a:pt x="2254554" y="3167013"/>
                    <a:pt x="2108961" y="3167013"/>
                  </a:cubicBezTo>
                  <a:cubicBezTo>
                    <a:pt x="944214" y="3167013"/>
                    <a:pt x="0" y="2222799"/>
                    <a:pt x="0" y="1058052"/>
                  </a:cubicBezTo>
                  <a:cubicBezTo>
                    <a:pt x="0" y="694069"/>
                    <a:pt x="92208" y="351622"/>
                    <a:pt x="254540" y="52796"/>
                  </a:cubicBezTo>
                  <a:close/>
                </a:path>
              </a:pathLst>
            </a:custGeom>
            <a:solidFill>
              <a:srgbClr val="F6DC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汉仪旗黑-50简" panose="00020600040101010101" charset="-122"/>
              </a:endParaRPr>
            </a:p>
          </p:txBody>
        </p:sp>
        <p:grpSp>
          <p:nvGrpSpPr>
            <p:cNvPr id="15" name="组合 14"/>
            <p:cNvGrpSpPr/>
            <p:nvPr/>
          </p:nvGrpSpPr>
          <p:grpSpPr>
            <a:xfrm>
              <a:off x="9801709" y="624067"/>
              <a:ext cx="2157084" cy="152400"/>
              <a:chOff x="8991600" y="586514"/>
              <a:chExt cx="2157084" cy="152400"/>
            </a:xfrm>
          </p:grpSpPr>
          <p:sp>
            <p:nvSpPr>
              <p:cNvPr id="16" name="椭圆 15"/>
              <p:cNvSpPr/>
              <p:nvPr/>
            </p:nvSpPr>
            <p:spPr>
              <a:xfrm>
                <a:off x="8991600" y="586514"/>
                <a:ext cx="152400" cy="1524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汉仪旗黑-50简" panose="00020600040101010101" charset="-122"/>
                </a:endParaRPr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9392537" y="586514"/>
                <a:ext cx="152400" cy="1524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汉仪旗黑-50简" panose="00020600040101010101" charset="-122"/>
                </a:endParaRPr>
              </a:p>
            </p:txBody>
          </p:sp>
          <p:sp>
            <p:nvSpPr>
              <p:cNvPr id="18" name="椭圆 17"/>
              <p:cNvSpPr/>
              <p:nvPr/>
            </p:nvSpPr>
            <p:spPr>
              <a:xfrm>
                <a:off x="9793474" y="586514"/>
                <a:ext cx="152400" cy="1524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汉仪旗黑-50简" panose="00020600040101010101" charset="-122"/>
                </a:endParaRPr>
              </a:p>
            </p:txBody>
          </p:sp>
          <p:sp>
            <p:nvSpPr>
              <p:cNvPr id="19" name="椭圆 18"/>
              <p:cNvSpPr/>
              <p:nvPr/>
            </p:nvSpPr>
            <p:spPr>
              <a:xfrm>
                <a:off x="10595348" y="586514"/>
                <a:ext cx="152400" cy="1524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汉仪旗黑-50简" panose="00020600040101010101" charset="-122"/>
                </a:endParaRPr>
              </a:p>
            </p:txBody>
          </p:sp>
          <p:sp>
            <p:nvSpPr>
              <p:cNvPr id="20" name="椭圆 19"/>
              <p:cNvSpPr/>
              <p:nvPr/>
            </p:nvSpPr>
            <p:spPr>
              <a:xfrm>
                <a:off x="10996284" y="586514"/>
                <a:ext cx="152400" cy="1524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汉仪旗黑-50简" panose="00020600040101010101" charset="-122"/>
                </a:endParaRPr>
              </a:p>
            </p:txBody>
          </p:sp>
          <p:sp>
            <p:nvSpPr>
              <p:cNvPr id="21" name="椭圆 20"/>
              <p:cNvSpPr/>
              <p:nvPr/>
            </p:nvSpPr>
            <p:spPr>
              <a:xfrm>
                <a:off x="10194411" y="586514"/>
                <a:ext cx="152400" cy="1524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汉仪旗黑-50简" panose="00020600040101010101" charset="-122"/>
                </a:endParaRPr>
              </a:p>
            </p:txBody>
          </p:sp>
        </p:grpSp>
      </p:grpSp>
      <p:grpSp>
        <p:nvGrpSpPr>
          <p:cNvPr id="22" name="组合 21"/>
          <p:cNvGrpSpPr/>
          <p:nvPr userDrawn="1"/>
        </p:nvGrpSpPr>
        <p:grpSpPr>
          <a:xfrm>
            <a:off x="1538729" y="10590"/>
            <a:ext cx="1517139" cy="2370659"/>
            <a:chOff x="-1783760" y="-309935"/>
            <a:chExt cx="1517139" cy="7207983"/>
          </a:xfrm>
          <a:solidFill>
            <a:srgbClr val="209598"/>
          </a:solidFill>
        </p:grpSpPr>
        <p:sp>
          <p:nvSpPr>
            <p:cNvPr id="23" name="矩形 22"/>
            <p:cNvSpPr/>
            <p:nvPr/>
          </p:nvSpPr>
          <p:spPr>
            <a:xfrm>
              <a:off x="-339768" y="-309935"/>
              <a:ext cx="73147" cy="720798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旗黑-50简" panose="00020600040101010101" charset="-122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-628568" y="-309935"/>
              <a:ext cx="73147" cy="720798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旗黑-50简" panose="00020600040101010101" charset="-122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-917366" y="-309935"/>
              <a:ext cx="73147" cy="720798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旗黑-50简" panose="00020600040101010101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-1206164" y="-309935"/>
              <a:ext cx="73147" cy="720798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旗黑-50简" panose="00020600040101010101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-1494962" y="-309935"/>
              <a:ext cx="73147" cy="720798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旗黑-50简" panose="00020600040101010101" charset="-122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-1783760" y="-309935"/>
              <a:ext cx="73147" cy="720798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旗黑-50简" panose="00020600040101010101" charset="-122"/>
              </a:endParaRPr>
            </a:p>
          </p:txBody>
        </p:sp>
      </p:grpSp>
      <p:grpSp>
        <p:nvGrpSpPr>
          <p:cNvPr id="29" name="组合 28"/>
          <p:cNvGrpSpPr/>
          <p:nvPr userDrawn="1"/>
        </p:nvGrpSpPr>
        <p:grpSpPr>
          <a:xfrm>
            <a:off x="1184422" y="1698115"/>
            <a:ext cx="9743503" cy="5129146"/>
            <a:chOff x="1184422" y="1698115"/>
            <a:chExt cx="9743503" cy="5129146"/>
          </a:xfrm>
        </p:grpSpPr>
        <p:sp>
          <p:nvSpPr>
            <p:cNvPr id="30" name="直角三角形 12"/>
            <p:cNvSpPr/>
            <p:nvPr/>
          </p:nvSpPr>
          <p:spPr>
            <a:xfrm rot="21441804" flipV="1">
              <a:off x="4554802" y="5118058"/>
              <a:ext cx="4168413" cy="1709203"/>
            </a:xfrm>
            <a:custGeom>
              <a:avLst/>
              <a:gdLst>
                <a:gd name="connsiteX0" fmla="*/ 0 w 4471640"/>
                <a:gd name="connsiteY0" fmla="*/ 1949834 h 1949834"/>
                <a:gd name="connsiteX1" fmla="*/ 0 w 4471640"/>
                <a:gd name="connsiteY1" fmla="*/ 0 h 1949834"/>
                <a:gd name="connsiteX2" fmla="*/ 4471640 w 4471640"/>
                <a:gd name="connsiteY2" fmla="*/ 1949834 h 1949834"/>
                <a:gd name="connsiteX3" fmla="*/ 0 w 4471640"/>
                <a:gd name="connsiteY3" fmla="*/ 1949834 h 1949834"/>
                <a:gd name="connsiteX0-1" fmla="*/ 0 w 6273583"/>
                <a:gd name="connsiteY0-2" fmla="*/ 1132661 h 1132661"/>
                <a:gd name="connsiteX1-3" fmla="*/ 6273583 w 6273583"/>
                <a:gd name="connsiteY1-4" fmla="*/ 0 h 1132661"/>
                <a:gd name="connsiteX2-5" fmla="*/ 4471640 w 6273583"/>
                <a:gd name="connsiteY2-6" fmla="*/ 1132661 h 1132661"/>
                <a:gd name="connsiteX3-7" fmla="*/ 0 w 6273583"/>
                <a:gd name="connsiteY3-8" fmla="*/ 1132661 h 1132661"/>
                <a:gd name="connsiteX0-9" fmla="*/ 0 w 6273583"/>
                <a:gd name="connsiteY0-10" fmla="*/ 1132661 h 1785341"/>
                <a:gd name="connsiteX1-11" fmla="*/ 6273583 w 6273583"/>
                <a:gd name="connsiteY1-12" fmla="*/ 0 h 1785341"/>
                <a:gd name="connsiteX2-13" fmla="*/ 3149440 w 6273583"/>
                <a:gd name="connsiteY2-14" fmla="*/ 1785341 h 1785341"/>
                <a:gd name="connsiteX3-15" fmla="*/ 0 w 6273583"/>
                <a:gd name="connsiteY3-16" fmla="*/ 1132661 h 1785341"/>
                <a:gd name="connsiteX0-17" fmla="*/ 0 w 5290166"/>
                <a:gd name="connsiteY0-18" fmla="*/ 963602 h 1616282"/>
                <a:gd name="connsiteX1-19" fmla="*/ 5290166 w 5290166"/>
                <a:gd name="connsiteY1-20" fmla="*/ 0 h 1616282"/>
                <a:gd name="connsiteX2-21" fmla="*/ 3149440 w 5290166"/>
                <a:gd name="connsiteY2-22" fmla="*/ 1616282 h 1616282"/>
                <a:gd name="connsiteX3-23" fmla="*/ 0 w 5290166"/>
                <a:gd name="connsiteY3-24" fmla="*/ 963602 h 161628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5290166" h="1616282">
                  <a:moveTo>
                    <a:pt x="0" y="963602"/>
                  </a:moveTo>
                  <a:lnTo>
                    <a:pt x="5290166" y="0"/>
                  </a:lnTo>
                  <a:lnTo>
                    <a:pt x="3149440" y="1616282"/>
                  </a:lnTo>
                  <a:lnTo>
                    <a:pt x="0" y="963602"/>
                  </a:lnTo>
                  <a:close/>
                </a:path>
              </a:pathLst>
            </a:custGeom>
            <a:solidFill>
              <a:srgbClr val="24A5A9"/>
            </a:solidFill>
            <a:ln w="63500" cap="rnd">
              <a:solidFill>
                <a:srgbClr val="4D2417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旗黑-50简" panose="00020600040101010101" charset="-122"/>
              </a:endParaRPr>
            </a:p>
          </p:txBody>
        </p:sp>
        <p:sp>
          <p:nvSpPr>
            <p:cNvPr id="31" name="直角三角形 12"/>
            <p:cNvSpPr/>
            <p:nvPr/>
          </p:nvSpPr>
          <p:spPr>
            <a:xfrm rot="158196" flipH="1" flipV="1">
              <a:off x="4573674" y="4835297"/>
              <a:ext cx="6273583" cy="1197778"/>
            </a:xfrm>
            <a:custGeom>
              <a:avLst/>
              <a:gdLst>
                <a:gd name="connsiteX0" fmla="*/ 0 w 4471640"/>
                <a:gd name="connsiteY0" fmla="*/ 1949834 h 1949834"/>
                <a:gd name="connsiteX1" fmla="*/ 0 w 4471640"/>
                <a:gd name="connsiteY1" fmla="*/ 0 h 1949834"/>
                <a:gd name="connsiteX2" fmla="*/ 4471640 w 4471640"/>
                <a:gd name="connsiteY2" fmla="*/ 1949834 h 1949834"/>
                <a:gd name="connsiteX3" fmla="*/ 0 w 4471640"/>
                <a:gd name="connsiteY3" fmla="*/ 1949834 h 1949834"/>
                <a:gd name="connsiteX0-1" fmla="*/ 0 w 6273583"/>
                <a:gd name="connsiteY0-2" fmla="*/ 1132661 h 1132661"/>
                <a:gd name="connsiteX1-3" fmla="*/ 6273583 w 6273583"/>
                <a:gd name="connsiteY1-4" fmla="*/ 0 h 1132661"/>
                <a:gd name="connsiteX2-5" fmla="*/ 4471640 w 6273583"/>
                <a:gd name="connsiteY2-6" fmla="*/ 1132661 h 1132661"/>
                <a:gd name="connsiteX3-7" fmla="*/ 0 w 6273583"/>
                <a:gd name="connsiteY3-8" fmla="*/ 1132661 h 113266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6273583" h="1132661">
                  <a:moveTo>
                    <a:pt x="0" y="1132661"/>
                  </a:moveTo>
                  <a:lnTo>
                    <a:pt x="6273583" y="0"/>
                  </a:lnTo>
                  <a:lnTo>
                    <a:pt x="4471640" y="1132661"/>
                  </a:lnTo>
                  <a:lnTo>
                    <a:pt x="0" y="1132661"/>
                  </a:lnTo>
                  <a:close/>
                </a:path>
              </a:pathLst>
            </a:custGeom>
            <a:solidFill>
              <a:srgbClr val="F6DC67"/>
            </a:solidFill>
            <a:ln w="63500" cap="rnd">
              <a:solidFill>
                <a:srgbClr val="4D2417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旗黑-50简" panose="00020600040101010101" charset="-122"/>
              </a:endParaRPr>
            </a:p>
          </p:txBody>
        </p:sp>
        <p:sp>
          <p:nvSpPr>
            <p:cNvPr id="32" name="梯形 31"/>
            <p:cNvSpPr/>
            <p:nvPr/>
          </p:nvSpPr>
          <p:spPr>
            <a:xfrm rot="166879">
              <a:off x="1184422" y="1698115"/>
              <a:ext cx="9743503" cy="3054043"/>
            </a:xfrm>
            <a:prstGeom prst="trapezoid">
              <a:avLst/>
            </a:prstGeom>
            <a:solidFill>
              <a:schemeClr val="bg1"/>
            </a:solidFill>
            <a:ln w="63500">
              <a:solidFill>
                <a:srgbClr val="4D241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旗黑-50简" panose="00020600040101010101" charset="-122"/>
              </a:endParaRPr>
            </a:p>
          </p:txBody>
        </p:sp>
      </p:grpSp>
      <p:sp>
        <p:nvSpPr>
          <p:cNvPr id="33" name="椭圆 32"/>
          <p:cNvSpPr/>
          <p:nvPr userDrawn="1"/>
        </p:nvSpPr>
        <p:spPr>
          <a:xfrm>
            <a:off x="303380" y="4837159"/>
            <a:ext cx="793249" cy="793249"/>
          </a:xfrm>
          <a:prstGeom prst="ellipse">
            <a:avLst/>
          </a:prstGeom>
          <a:solidFill>
            <a:srgbClr val="F6DC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旗黑-50简" panose="00020600040101010101" charset="-122"/>
            </a:endParaRPr>
          </a:p>
        </p:txBody>
      </p:sp>
      <p:sp>
        <p:nvSpPr>
          <p:cNvPr id="34" name="椭圆 33"/>
          <p:cNvSpPr/>
          <p:nvPr userDrawn="1"/>
        </p:nvSpPr>
        <p:spPr>
          <a:xfrm>
            <a:off x="743272" y="3755812"/>
            <a:ext cx="369284" cy="36928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旗黑-50简" panose="00020600040101010101" charset="-122"/>
            </a:endParaRPr>
          </a:p>
        </p:txBody>
      </p:sp>
      <p:sp>
        <p:nvSpPr>
          <p:cNvPr id="35" name="椭圆 34"/>
          <p:cNvSpPr/>
          <p:nvPr userDrawn="1"/>
        </p:nvSpPr>
        <p:spPr>
          <a:xfrm>
            <a:off x="8481836" y="1208732"/>
            <a:ext cx="369284" cy="36928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旗黑-50简" panose="00020600040101010101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4A5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旗黑-50简" panose="0002060004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print"/>
          <a:srcRect l="34479"/>
          <a:stretch>
            <a:fillRect/>
          </a:stretch>
        </p:blipFill>
        <p:spPr>
          <a:xfrm>
            <a:off x="0" y="4536234"/>
            <a:ext cx="2804114" cy="1700931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3" cstate="print"/>
          <a:srcRect l="30205"/>
          <a:stretch>
            <a:fillRect/>
          </a:stretch>
        </p:blipFill>
        <p:spPr>
          <a:xfrm>
            <a:off x="-5764" y="2590163"/>
            <a:ext cx="2365828" cy="1627773"/>
          </a:xfrm>
          <a:prstGeom prst="rect">
            <a:avLst/>
          </a:prstGeom>
        </p:spPr>
      </p:pic>
      <p:grpSp>
        <p:nvGrpSpPr>
          <p:cNvPr id="4" name="组合 3"/>
          <p:cNvGrpSpPr/>
          <p:nvPr userDrawn="1"/>
        </p:nvGrpSpPr>
        <p:grpSpPr>
          <a:xfrm>
            <a:off x="1030141" y="10590"/>
            <a:ext cx="10131718" cy="6847410"/>
            <a:chOff x="1538729" y="10590"/>
            <a:chExt cx="10131718" cy="6847410"/>
          </a:xfrm>
        </p:grpSpPr>
        <p:grpSp>
          <p:nvGrpSpPr>
            <p:cNvPr id="5" name="组合 4"/>
            <p:cNvGrpSpPr/>
            <p:nvPr/>
          </p:nvGrpSpPr>
          <p:grpSpPr>
            <a:xfrm>
              <a:off x="10153308" y="3055629"/>
              <a:ext cx="1517139" cy="3802371"/>
              <a:chOff x="-1783760" y="-309935"/>
              <a:chExt cx="1517139" cy="7207983"/>
            </a:xfrm>
            <a:solidFill>
              <a:srgbClr val="209598"/>
            </a:solidFill>
          </p:grpSpPr>
          <p:sp>
            <p:nvSpPr>
              <p:cNvPr id="13" name="矩形 12"/>
              <p:cNvSpPr/>
              <p:nvPr/>
            </p:nvSpPr>
            <p:spPr>
              <a:xfrm>
                <a:off x="-339768" y="-309935"/>
                <a:ext cx="73147" cy="720798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汉仪旗黑-50简" panose="00020600040101010101" charset="-122"/>
                </a:endParaRPr>
              </a:p>
            </p:txBody>
          </p:sp>
          <p:sp>
            <p:nvSpPr>
              <p:cNvPr id="14" name="矩形 13"/>
              <p:cNvSpPr/>
              <p:nvPr/>
            </p:nvSpPr>
            <p:spPr>
              <a:xfrm>
                <a:off x="-628568" y="-309935"/>
                <a:ext cx="73147" cy="720798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汉仪旗黑-50简" panose="00020600040101010101" charset="-122"/>
                </a:endParaRPr>
              </a:p>
            </p:txBody>
          </p:sp>
          <p:sp>
            <p:nvSpPr>
              <p:cNvPr id="15" name="矩形 14"/>
              <p:cNvSpPr/>
              <p:nvPr/>
            </p:nvSpPr>
            <p:spPr>
              <a:xfrm>
                <a:off x="-917366" y="-309935"/>
                <a:ext cx="73147" cy="720798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汉仪旗黑-50简" panose="00020600040101010101" charset="-122"/>
                </a:endParaRPr>
              </a:p>
            </p:txBody>
          </p:sp>
          <p:sp>
            <p:nvSpPr>
              <p:cNvPr id="16" name="矩形 15"/>
              <p:cNvSpPr/>
              <p:nvPr/>
            </p:nvSpPr>
            <p:spPr>
              <a:xfrm>
                <a:off x="-1206164" y="-309935"/>
                <a:ext cx="73147" cy="720798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汉仪旗黑-50简" panose="00020600040101010101" charset="-122"/>
                </a:endParaRPr>
              </a:p>
            </p:txBody>
          </p:sp>
          <p:sp>
            <p:nvSpPr>
              <p:cNvPr id="17" name="矩形 16"/>
              <p:cNvSpPr/>
              <p:nvPr/>
            </p:nvSpPr>
            <p:spPr>
              <a:xfrm>
                <a:off x="-1494962" y="-309935"/>
                <a:ext cx="73147" cy="720798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汉仪旗黑-50简" panose="00020600040101010101" charset="-122"/>
                </a:endParaRPr>
              </a:p>
            </p:txBody>
          </p:sp>
          <p:sp>
            <p:nvSpPr>
              <p:cNvPr id="18" name="矩形 17"/>
              <p:cNvSpPr/>
              <p:nvPr/>
            </p:nvSpPr>
            <p:spPr>
              <a:xfrm>
                <a:off x="-1783760" y="-309935"/>
                <a:ext cx="73147" cy="720798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汉仪旗黑-50简" panose="00020600040101010101" charset="-122"/>
                </a:endParaRPr>
              </a:p>
            </p:txBody>
          </p:sp>
        </p:grpSp>
        <p:grpSp>
          <p:nvGrpSpPr>
            <p:cNvPr id="6" name="组合 5"/>
            <p:cNvGrpSpPr/>
            <p:nvPr/>
          </p:nvGrpSpPr>
          <p:grpSpPr>
            <a:xfrm>
              <a:off x="1538729" y="10590"/>
              <a:ext cx="1517139" cy="2370659"/>
              <a:chOff x="-1783760" y="-309935"/>
              <a:chExt cx="1517139" cy="7207983"/>
            </a:xfrm>
            <a:solidFill>
              <a:srgbClr val="209598"/>
            </a:solidFill>
          </p:grpSpPr>
          <p:sp>
            <p:nvSpPr>
              <p:cNvPr id="7" name="矩形 6"/>
              <p:cNvSpPr/>
              <p:nvPr/>
            </p:nvSpPr>
            <p:spPr>
              <a:xfrm>
                <a:off x="-339768" y="-309935"/>
                <a:ext cx="73147" cy="720798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汉仪旗黑-50简" panose="00020600040101010101" charset="-122"/>
                </a:endParaRPr>
              </a:p>
            </p:txBody>
          </p:sp>
          <p:sp>
            <p:nvSpPr>
              <p:cNvPr id="8" name="矩形 7"/>
              <p:cNvSpPr/>
              <p:nvPr/>
            </p:nvSpPr>
            <p:spPr>
              <a:xfrm>
                <a:off x="-628568" y="-309935"/>
                <a:ext cx="73147" cy="720798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汉仪旗黑-50简" panose="00020600040101010101" charset="-122"/>
                </a:endParaRPr>
              </a:p>
            </p:txBody>
          </p:sp>
          <p:sp>
            <p:nvSpPr>
              <p:cNvPr id="9" name="矩形 8"/>
              <p:cNvSpPr/>
              <p:nvPr/>
            </p:nvSpPr>
            <p:spPr>
              <a:xfrm>
                <a:off x="-917366" y="-309935"/>
                <a:ext cx="73147" cy="720798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汉仪旗黑-50简" panose="00020600040101010101" charset="-122"/>
                </a:endParaRPr>
              </a:p>
            </p:txBody>
          </p:sp>
          <p:sp>
            <p:nvSpPr>
              <p:cNvPr id="10" name="矩形 9"/>
              <p:cNvSpPr/>
              <p:nvPr/>
            </p:nvSpPr>
            <p:spPr>
              <a:xfrm>
                <a:off x="-1206164" y="-309935"/>
                <a:ext cx="73147" cy="720798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汉仪旗黑-50简" panose="00020600040101010101" charset="-122"/>
                </a:endParaRPr>
              </a:p>
            </p:txBody>
          </p:sp>
          <p:sp>
            <p:nvSpPr>
              <p:cNvPr id="11" name="矩形 10"/>
              <p:cNvSpPr/>
              <p:nvPr/>
            </p:nvSpPr>
            <p:spPr>
              <a:xfrm>
                <a:off x="-1494962" y="-309935"/>
                <a:ext cx="73147" cy="720798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汉仪旗黑-50简" panose="00020600040101010101" charset="-122"/>
                </a:endParaRPr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-1783760" y="-309935"/>
                <a:ext cx="73147" cy="720798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汉仪旗黑-50简" panose="00020600040101010101" charset="-122"/>
                </a:endParaRPr>
              </a:p>
            </p:txBody>
          </p:sp>
        </p:grpSp>
      </p:grpSp>
      <p:grpSp>
        <p:nvGrpSpPr>
          <p:cNvPr id="19" name="组合 18"/>
          <p:cNvGrpSpPr/>
          <p:nvPr userDrawn="1"/>
        </p:nvGrpSpPr>
        <p:grpSpPr>
          <a:xfrm>
            <a:off x="9107356" y="0"/>
            <a:ext cx="3084644" cy="3556358"/>
            <a:chOff x="9107356" y="0"/>
            <a:chExt cx="3084644" cy="3556358"/>
          </a:xfrm>
        </p:grpSpPr>
        <p:sp>
          <p:nvSpPr>
            <p:cNvPr id="20" name="任意多边形: 形状 19"/>
            <p:cNvSpPr/>
            <p:nvPr/>
          </p:nvSpPr>
          <p:spPr>
            <a:xfrm>
              <a:off x="9107356" y="0"/>
              <a:ext cx="3084644" cy="3556358"/>
            </a:xfrm>
            <a:custGeom>
              <a:avLst/>
              <a:gdLst>
                <a:gd name="connsiteX0" fmla="*/ 237564 w 3084644"/>
                <a:gd name="connsiteY0" fmla="*/ 0 h 3556358"/>
                <a:gd name="connsiteX1" fmla="*/ 3084644 w 3084644"/>
                <a:gd name="connsiteY1" fmla="*/ 0 h 3556358"/>
                <a:gd name="connsiteX2" fmla="*/ 3084644 w 3084644"/>
                <a:gd name="connsiteY2" fmla="*/ 3484300 h 3556358"/>
                <a:gd name="connsiteX3" fmla="*/ 3001802 w 3084644"/>
                <a:gd name="connsiteY3" fmla="*/ 3505601 h 3556358"/>
                <a:gd name="connsiteX4" fmla="*/ 2498306 w 3084644"/>
                <a:gd name="connsiteY4" fmla="*/ 3556358 h 3556358"/>
                <a:gd name="connsiteX5" fmla="*/ 0 w 3084644"/>
                <a:gd name="connsiteY5" fmla="*/ 1058052 h 3556358"/>
                <a:gd name="connsiteX6" fmla="*/ 196329 w 3084644"/>
                <a:gd name="connsiteY6" fmla="*/ 85599 h 3556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84644" h="3556358">
                  <a:moveTo>
                    <a:pt x="237564" y="0"/>
                  </a:moveTo>
                  <a:lnTo>
                    <a:pt x="3084644" y="0"/>
                  </a:lnTo>
                  <a:lnTo>
                    <a:pt x="3084644" y="3484300"/>
                  </a:lnTo>
                  <a:lnTo>
                    <a:pt x="3001802" y="3505601"/>
                  </a:lnTo>
                  <a:cubicBezTo>
                    <a:pt x="2839168" y="3538881"/>
                    <a:pt x="2670778" y="3556358"/>
                    <a:pt x="2498306" y="3556358"/>
                  </a:cubicBezTo>
                  <a:cubicBezTo>
                    <a:pt x="1118530" y="3556358"/>
                    <a:pt x="0" y="2437828"/>
                    <a:pt x="0" y="1058052"/>
                  </a:cubicBezTo>
                  <a:cubicBezTo>
                    <a:pt x="0" y="713108"/>
                    <a:pt x="69908" y="384492"/>
                    <a:pt x="196329" y="85599"/>
                  </a:cubicBezTo>
                  <a:close/>
                </a:path>
              </a:pathLst>
            </a:custGeom>
            <a:solidFill>
              <a:srgbClr val="4D2417"/>
            </a:solidFill>
            <a:ln w="539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汉仪旗黑-50简" panose="00020600040101010101" charset="-122"/>
              </a:endParaRPr>
            </a:p>
          </p:txBody>
        </p:sp>
        <p:sp>
          <p:nvSpPr>
            <p:cNvPr id="21" name="任意多边形: 形状 20"/>
            <p:cNvSpPr/>
            <p:nvPr/>
          </p:nvSpPr>
          <p:spPr>
            <a:xfrm>
              <a:off x="9177563" y="0"/>
              <a:ext cx="3014437" cy="3486151"/>
            </a:xfrm>
            <a:custGeom>
              <a:avLst/>
              <a:gdLst>
                <a:gd name="connsiteX0" fmla="*/ 245212 w 3014437"/>
                <a:gd name="connsiteY0" fmla="*/ 0 h 3486151"/>
                <a:gd name="connsiteX1" fmla="*/ 3014437 w 3014437"/>
                <a:gd name="connsiteY1" fmla="*/ 0 h 3486151"/>
                <a:gd name="connsiteX2" fmla="*/ 3014437 w 3014437"/>
                <a:gd name="connsiteY2" fmla="*/ 3411882 h 3486151"/>
                <a:gd name="connsiteX3" fmla="*/ 2917446 w 3014437"/>
                <a:gd name="connsiteY3" fmla="*/ 3436821 h 3486151"/>
                <a:gd name="connsiteX4" fmla="*/ 2428099 w 3014437"/>
                <a:gd name="connsiteY4" fmla="*/ 3486151 h 3486151"/>
                <a:gd name="connsiteX5" fmla="*/ 0 w 3014437"/>
                <a:gd name="connsiteY5" fmla="*/ 1058052 h 3486151"/>
                <a:gd name="connsiteX6" fmla="*/ 190812 w 3014437"/>
                <a:gd name="connsiteY6" fmla="*/ 112926 h 3486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14437" h="3486151">
                  <a:moveTo>
                    <a:pt x="245212" y="0"/>
                  </a:moveTo>
                  <a:lnTo>
                    <a:pt x="3014437" y="0"/>
                  </a:lnTo>
                  <a:lnTo>
                    <a:pt x="3014437" y="3411882"/>
                  </a:lnTo>
                  <a:lnTo>
                    <a:pt x="2917446" y="3436821"/>
                  </a:lnTo>
                  <a:cubicBezTo>
                    <a:pt x="2759382" y="3469165"/>
                    <a:pt x="2595724" y="3486151"/>
                    <a:pt x="2428099" y="3486151"/>
                  </a:cubicBezTo>
                  <a:cubicBezTo>
                    <a:pt x="1087097" y="3486151"/>
                    <a:pt x="0" y="2399054"/>
                    <a:pt x="0" y="1058052"/>
                  </a:cubicBezTo>
                  <a:cubicBezTo>
                    <a:pt x="0" y="722802"/>
                    <a:pt x="67944" y="403420"/>
                    <a:pt x="190812" y="112926"/>
                  </a:cubicBezTo>
                  <a:close/>
                </a:path>
              </a:pathLst>
            </a:custGeom>
            <a:solidFill>
              <a:srgbClr val="209598"/>
            </a:solidFill>
            <a:ln w="539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汉仪旗黑-50简" panose="00020600040101010101" charset="-122"/>
              </a:endParaRPr>
            </a:p>
          </p:txBody>
        </p:sp>
        <p:sp>
          <p:nvSpPr>
            <p:cNvPr id="22" name="任意多边形: 形状 21"/>
            <p:cNvSpPr/>
            <p:nvPr/>
          </p:nvSpPr>
          <p:spPr>
            <a:xfrm>
              <a:off x="9496701" y="0"/>
              <a:ext cx="2695299" cy="3167013"/>
            </a:xfrm>
            <a:custGeom>
              <a:avLst/>
              <a:gdLst>
                <a:gd name="connsiteX0" fmla="*/ 286615 w 2695299"/>
                <a:gd name="connsiteY0" fmla="*/ 0 h 3167013"/>
                <a:gd name="connsiteX1" fmla="*/ 2695299 w 2695299"/>
                <a:gd name="connsiteY1" fmla="*/ 0 h 3167013"/>
                <a:gd name="connsiteX2" fmla="*/ 2695299 w 2695299"/>
                <a:gd name="connsiteY2" fmla="*/ 3082690 h 3167013"/>
                <a:gd name="connsiteX3" fmla="*/ 2533990 w 2695299"/>
                <a:gd name="connsiteY3" fmla="*/ 3124166 h 3167013"/>
                <a:gd name="connsiteX4" fmla="*/ 2108961 w 2695299"/>
                <a:gd name="connsiteY4" fmla="*/ 3167013 h 3167013"/>
                <a:gd name="connsiteX5" fmla="*/ 0 w 2695299"/>
                <a:gd name="connsiteY5" fmla="*/ 1058052 h 3167013"/>
                <a:gd name="connsiteX6" fmla="*/ 254540 w 2695299"/>
                <a:gd name="connsiteY6" fmla="*/ 52796 h 3167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95299" h="3167013">
                  <a:moveTo>
                    <a:pt x="286615" y="0"/>
                  </a:moveTo>
                  <a:lnTo>
                    <a:pt x="2695299" y="0"/>
                  </a:lnTo>
                  <a:lnTo>
                    <a:pt x="2695299" y="3082690"/>
                  </a:lnTo>
                  <a:lnTo>
                    <a:pt x="2533990" y="3124166"/>
                  </a:lnTo>
                  <a:cubicBezTo>
                    <a:pt x="2396702" y="3152260"/>
                    <a:pt x="2254554" y="3167013"/>
                    <a:pt x="2108961" y="3167013"/>
                  </a:cubicBezTo>
                  <a:cubicBezTo>
                    <a:pt x="944214" y="3167013"/>
                    <a:pt x="0" y="2222799"/>
                    <a:pt x="0" y="1058052"/>
                  </a:cubicBezTo>
                  <a:cubicBezTo>
                    <a:pt x="0" y="694069"/>
                    <a:pt x="92208" y="351622"/>
                    <a:pt x="254540" y="52796"/>
                  </a:cubicBezTo>
                  <a:close/>
                </a:path>
              </a:pathLst>
            </a:custGeom>
            <a:solidFill>
              <a:srgbClr val="F6DC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汉仪旗黑-50简" panose="00020600040101010101" charset="-122"/>
              </a:endParaRPr>
            </a:p>
          </p:txBody>
        </p:sp>
      </p:grpSp>
      <p:grpSp>
        <p:nvGrpSpPr>
          <p:cNvPr id="23" name="组合 22"/>
          <p:cNvGrpSpPr/>
          <p:nvPr userDrawn="1"/>
        </p:nvGrpSpPr>
        <p:grpSpPr>
          <a:xfrm rot="5400000">
            <a:off x="10633392" y="1611980"/>
            <a:ext cx="2157084" cy="152400"/>
            <a:chOff x="8991600" y="586514"/>
            <a:chExt cx="2157084" cy="152400"/>
          </a:xfrm>
        </p:grpSpPr>
        <p:sp>
          <p:nvSpPr>
            <p:cNvPr id="24" name="椭圆 23"/>
            <p:cNvSpPr/>
            <p:nvPr/>
          </p:nvSpPr>
          <p:spPr>
            <a:xfrm>
              <a:off x="8991600" y="586514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旗黑-50简" panose="00020600040101010101" charset="-122"/>
              </a:endParaRPr>
            </a:p>
          </p:txBody>
        </p:sp>
        <p:sp>
          <p:nvSpPr>
            <p:cNvPr id="25" name="椭圆 24"/>
            <p:cNvSpPr/>
            <p:nvPr/>
          </p:nvSpPr>
          <p:spPr>
            <a:xfrm>
              <a:off x="9392537" y="586514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旗黑-50简" panose="00020600040101010101" charset="-122"/>
              </a:endParaRPr>
            </a:p>
          </p:txBody>
        </p:sp>
        <p:sp>
          <p:nvSpPr>
            <p:cNvPr id="26" name="椭圆 25"/>
            <p:cNvSpPr/>
            <p:nvPr/>
          </p:nvSpPr>
          <p:spPr>
            <a:xfrm>
              <a:off x="9793474" y="586514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旗黑-50简" panose="00020600040101010101" charset="-122"/>
              </a:endParaRPr>
            </a:p>
          </p:txBody>
        </p:sp>
        <p:sp>
          <p:nvSpPr>
            <p:cNvPr id="27" name="椭圆 26"/>
            <p:cNvSpPr/>
            <p:nvPr/>
          </p:nvSpPr>
          <p:spPr>
            <a:xfrm>
              <a:off x="10595348" y="586514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旗黑-50简" panose="00020600040101010101" charset="-122"/>
              </a:endParaRPr>
            </a:p>
          </p:txBody>
        </p:sp>
        <p:sp>
          <p:nvSpPr>
            <p:cNvPr id="28" name="椭圆 27"/>
            <p:cNvSpPr/>
            <p:nvPr/>
          </p:nvSpPr>
          <p:spPr>
            <a:xfrm>
              <a:off x="10996284" y="586514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旗黑-50简" panose="00020600040101010101" charset="-122"/>
              </a:endParaRPr>
            </a:p>
          </p:txBody>
        </p:sp>
        <p:sp>
          <p:nvSpPr>
            <p:cNvPr id="29" name="椭圆 28"/>
            <p:cNvSpPr/>
            <p:nvPr/>
          </p:nvSpPr>
          <p:spPr>
            <a:xfrm>
              <a:off x="10194411" y="586514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旗黑-50简" panose="00020600040101010101" charset="-122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4A5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旗黑-50简" panose="00020600040101010101" charset="-122"/>
            </a:endParaRPr>
          </a:p>
        </p:txBody>
      </p:sp>
      <p:grpSp>
        <p:nvGrpSpPr>
          <p:cNvPr id="2" name="组合 1"/>
          <p:cNvGrpSpPr/>
          <p:nvPr userDrawn="1"/>
        </p:nvGrpSpPr>
        <p:grpSpPr>
          <a:xfrm>
            <a:off x="7638758" y="107801"/>
            <a:ext cx="4553242" cy="1499159"/>
            <a:chOff x="5174433" y="312577"/>
            <a:chExt cx="5566328" cy="1832718"/>
          </a:xfrm>
        </p:grpSpPr>
        <p:pic>
          <p:nvPicPr>
            <p:cNvPr id="15" name="图片 14"/>
            <p:cNvPicPr>
              <a:picLocks noChangeAspect="1"/>
            </p:cNvPicPr>
            <p:nvPr userDrawn="1"/>
          </p:nvPicPr>
          <p:blipFill rotWithShape="1">
            <a:blip r:embed="rId2" cstate="screen"/>
            <a:srcRect l="1258"/>
            <a:stretch>
              <a:fillRect/>
            </a:stretch>
          </p:blipFill>
          <p:spPr>
            <a:xfrm>
              <a:off x="7393725" y="517522"/>
              <a:ext cx="3347036" cy="1627773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 userDrawn="1"/>
          </p:nvPicPr>
          <p:blipFill rotWithShape="1">
            <a:blip r:embed="rId3" cstate="print"/>
            <a:srcRect l="-4522"/>
            <a:stretch>
              <a:fillRect/>
            </a:stretch>
          </p:blipFill>
          <p:spPr>
            <a:xfrm>
              <a:off x="5174433" y="312577"/>
              <a:ext cx="4473257" cy="1700931"/>
            </a:xfrm>
            <a:prstGeom prst="rect">
              <a:avLst/>
            </a:prstGeom>
          </p:spPr>
        </p:pic>
      </p:grpSp>
      <p:sp>
        <p:nvSpPr>
          <p:cNvPr id="14" name="矩形 13"/>
          <p:cNvSpPr/>
          <p:nvPr userDrawn="1"/>
        </p:nvSpPr>
        <p:spPr>
          <a:xfrm>
            <a:off x="0" y="742950"/>
            <a:ext cx="12192000" cy="61150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旗黑-50简" panose="00020600040101010101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汉仪旗黑-50简" panose="00020600040101010101" charset="-122"/>
                <a:ea typeface="汉仪旗黑-50简" panose="00020600040101010101" charset="-122"/>
                <a:cs typeface="汉仪旗黑-50简" panose="00020600040101010101" charset="-122"/>
              </a:defRPr>
            </a:lvl1pPr>
          </a:lstStyle>
          <a:p>
            <a:fld id="{BE25DAE1-2184-4408-AD01-91CC53E60B6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汉仪旗黑-50简" panose="00020600040101010101" charset="-122"/>
                <a:ea typeface="汉仪旗黑-50简" panose="00020600040101010101" charset="-122"/>
                <a:cs typeface="汉仪旗黑-50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汉仪旗黑-50简" panose="00020600040101010101" charset="-122"/>
                <a:ea typeface="汉仪旗黑-50简" panose="00020600040101010101" charset="-122"/>
                <a:cs typeface="汉仪旗黑-50简" panose="00020600040101010101" charset="-122"/>
              </a:defRPr>
            </a:lvl1pPr>
          </a:lstStyle>
          <a:p>
            <a:fld id="{F31CFB0F-86DD-4D55-A04A-25EB6368ED8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汉仪旗黑-50简" panose="00020600040101010101" charset="-122"/>
          <a:ea typeface="汉仪旗黑-50简" panose="00020600040101010101" charset="-122"/>
          <a:cs typeface="汉仪旗黑-50简" panose="00020600040101010101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汉仪旗黑-50简" panose="00020600040101010101" charset="-122"/>
          <a:ea typeface="汉仪旗黑-50简" panose="00020600040101010101" charset="-122"/>
          <a:cs typeface="汉仪旗黑-50简" panose="00020600040101010101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汉仪旗黑-50简" panose="00020600040101010101" charset="-122"/>
          <a:ea typeface="汉仪旗黑-50简" panose="00020600040101010101" charset="-122"/>
          <a:cs typeface="汉仪旗黑-50简" panose="00020600040101010101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汉仪旗黑-50简" panose="00020600040101010101" charset="-122"/>
          <a:ea typeface="汉仪旗黑-50简" panose="00020600040101010101" charset="-122"/>
          <a:cs typeface="汉仪旗黑-50简" panose="00020600040101010101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汉仪旗黑-50简" panose="00020600040101010101" charset="-122"/>
          <a:ea typeface="汉仪旗黑-50简" panose="00020600040101010101" charset="-122"/>
          <a:cs typeface="汉仪旗黑-50简" panose="00020600040101010101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汉仪旗黑-50简" panose="00020600040101010101" charset="-122"/>
          <a:ea typeface="汉仪旗黑-50简" panose="00020600040101010101" charset="-122"/>
          <a:cs typeface="汉仪旗黑-50简" panose="00020600040101010101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png"/><Relationship Id="rId8" Type="http://schemas.openxmlformats.org/officeDocument/2006/relationships/image" Target="../media/image22.png"/><Relationship Id="rId7" Type="http://schemas.openxmlformats.org/officeDocument/2006/relationships/image" Target="../media/image21.png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0" Type="http://schemas.openxmlformats.org/officeDocument/2006/relationships/slideLayout" Target="../slideLayouts/slideLayout13.xml"/><Relationship Id="rId2" Type="http://schemas.openxmlformats.org/officeDocument/2006/relationships/image" Target="../media/image16.png"/><Relationship Id="rId19" Type="http://schemas.openxmlformats.org/officeDocument/2006/relationships/image" Target="../media/image33.png"/><Relationship Id="rId18" Type="http://schemas.openxmlformats.org/officeDocument/2006/relationships/image" Target="../media/image32.png"/><Relationship Id="rId17" Type="http://schemas.openxmlformats.org/officeDocument/2006/relationships/image" Target="../media/image31.png"/><Relationship Id="rId16" Type="http://schemas.openxmlformats.org/officeDocument/2006/relationships/image" Target="../media/image30.png"/><Relationship Id="rId15" Type="http://schemas.openxmlformats.org/officeDocument/2006/relationships/image" Target="../media/image29.png"/><Relationship Id="rId14" Type="http://schemas.openxmlformats.org/officeDocument/2006/relationships/image" Target="../media/image28.png"/><Relationship Id="rId13" Type="http://schemas.openxmlformats.org/officeDocument/2006/relationships/image" Target="../media/image27.png"/><Relationship Id="rId12" Type="http://schemas.openxmlformats.org/officeDocument/2006/relationships/image" Target="../media/image26.png"/><Relationship Id="rId11" Type="http://schemas.openxmlformats.org/officeDocument/2006/relationships/image" Target="../media/image25.png"/><Relationship Id="rId10" Type="http://schemas.openxmlformats.org/officeDocument/2006/relationships/image" Target="../media/image24.png"/><Relationship Id="rId1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7" Type="http://schemas.openxmlformats.org/officeDocument/2006/relationships/image" Target="../media/image40.png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3" Type="http://schemas.openxmlformats.org/officeDocument/2006/relationships/image" Target="../media/image36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4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3" Type="http://schemas.openxmlformats.org/officeDocument/2006/relationships/image" Target="../media/image43.jpeg"/><Relationship Id="rId2" Type="http://schemas.openxmlformats.org/officeDocument/2006/relationships/image" Target="../media/image42.jpeg"/><Relationship Id="rId1" Type="http://schemas.openxmlformats.org/officeDocument/2006/relationships/image" Target="../media/image41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4.xml"/><Relationship Id="rId4" Type="http://schemas.openxmlformats.org/officeDocument/2006/relationships/image" Target="../media/image46.png"/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image" Target="../media/image47.jpe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4.xml"/><Relationship Id="rId3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image" Target="../media/image50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/>
        </p:nvSpPr>
        <p:spPr>
          <a:xfrm>
            <a:off x="8112125" y="2419350"/>
            <a:ext cx="1899920" cy="39878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r>
              <a:rPr lang="zh-CN" altLang="en-US" sz="2000" dirty="0">
                <a:solidFill>
                  <a:srgbClr val="4D2417"/>
                </a:solidFill>
                <a:latin typeface="汉仪舒圆黑简体" panose="00020600040101010101" charset="-122"/>
                <a:ea typeface="汉仪旗黑-50简" panose="00020600040101010101" charset="-122"/>
                <a:cs typeface="汉仪舒圆黑简体" panose="00020600040101010101" charset="-122"/>
              </a:rPr>
              <a:t>心理活动课</a:t>
            </a:r>
            <a:endParaRPr lang="zh-CN" altLang="en-US" sz="2000" dirty="0">
              <a:solidFill>
                <a:srgbClr val="4D2417"/>
              </a:solidFill>
              <a:latin typeface="汉仪舒圆黑简体" panose="00020600040101010101" charset="-122"/>
              <a:ea typeface="汉仪旗黑-50简" panose="00020600040101010101" charset="-122"/>
              <a:cs typeface="汉仪舒圆黑简体" panose="00020600040101010101" charset="-122"/>
            </a:endParaRPr>
          </a:p>
        </p:txBody>
      </p:sp>
      <p:sp>
        <p:nvSpPr>
          <p:cNvPr id="17" name="梯形 16"/>
          <p:cNvSpPr/>
          <p:nvPr/>
        </p:nvSpPr>
        <p:spPr>
          <a:xfrm rot="1411992">
            <a:off x="1847850" y="3225136"/>
            <a:ext cx="285750" cy="778893"/>
          </a:xfrm>
          <a:prstGeom prst="trapezoid">
            <a:avLst/>
          </a:prstGeom>
          <a:solidFill>
            <a:srgbClr val="F6DC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旗黑-50简" panose="00020600040101010101" charset="-122"/>
            </a:endParaRPr>
          </a:p>
        </p:txBody>
      </p:sp>
      <p:sp>
        <p:nvSpPr>
          <p:cNvPr id="62" name="梯形 61"/>
          <p:cNvSpPr/>
          <p:nvPr/>
        </p:nvSpPr>
        <p:spPr>
          <a:xfrm>
            <a:off x="2579637" y="3370466"/>
            <a:ext cx="285750" cy="778893"/>
          </a:xfrm>
          <a:prstGeom prst="trapezoid">
            <a:avLst/>
          </a:prstGeom>
          <a:solidFill>
            <a:srgbClr val="F6DC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旗黑-50简" panose="00020600040101010101" charset="-122"/>
            </a:endParaRPr>
          </a:p>
        </p:txBody>
      </p:sp>
      <p:sp>
        <p:nvSpPr>
          <p:cNvPr id="63" name="梯形 62"/>
          <p:cNvSpPr/>
          <p:nvPr/>
        </p:nvSpPr>
        <p:spPr>
          <a:xfrm rot="20434891">
            <a:off x="3289158" y="3232943"/>
            <a:ext cx="285750" cy="778893"/>
          </a:xfrm>
          <a:prstGeom prst="trapezoid">
            <a:avLst/>
          </a:prstGeom>
          <a:solidFill>
            <a:srgbClr val="F6DC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旗黑-50简" panose="00020600040101010101" charset="-122"/>
            </a:endParaRPr>
          </a:p>
        </p:txBody>
      </p:sp>
      <p:pic>
        <p:nvPicPr>
          <p:cNvPr id="11" name="809研究处-纸飞机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9778924" y="4028338"/>
            <a:ext cx="796445" cy="78506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300" y="4873625"/>
            <a:ext cx="3348990" cy="368300"/>
          </a:xfrm>
          <a:prstGeom prst="rect">
            <a:avLst/>
          </a:prstGeom>
        </p:spPr>
      </p:pic>
      <p:grpSp>
        <p:nvGrpSpPr>
          <p:cNvPr id="20" name="组合 19"/>
          <p:cNvGrpSpPr/>
          <p:nvPr/>
        </p:nvGrpSpPr>
        <p:grpSpPr>
          <a:xfrm rot="21420000">
            <a:off x="-218440" y="74295"/>
            <a:ext cx="6496685" cy="4467860"/>
            <a:chOff x="-153" y="17"/>
            <a:chExt cx="11927" cy="7133"/>
          </a:xfrm>
        </p:grpSpPr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000000">
              <a:off x="-153" y="280"/>
              <a:ext cx="6664" cy="6870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600000">
              <a:off x="4608" y="17"/>
              <a:ext cx="7166" cy="6914"/>
            </a:xfrm>
            <a:prstGeom prst="rect">
              <a:avLst/>
            </a:prstGeom>
          </p:spPr>
        </p:pic>
      </p:grpSp>
      <p:pic>
        <p:nvPicPr>
          <p:cNvPr id="26" name="图片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0060" y="2726055"/>
            <a:ext cx="6393815" cy="13112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直接连接符 25"/>
          <p:cNvCxnSpPr/>
          <p:nvPr/>
        </p:nvCxnSpPr>
        <p:spPr>
          <a:xfrm>
            <a:off x="6561137" y="3771900"/>
            <a:ext cx="5133657" cy="0"/>
          </a:xfrm>
          <a:prstGeom prst="line">
            <a:avLst/>
          </a:prstGeom>
          <a:ln>
            <a:solidFill>
              <a:srgbClr val="24A5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809研究处-建筑2"/>
          <p:cNvSpPr/>
          <p:nvPr/>
        </p:nvSpPr>
        <p:spPr>
          <a:xfrm>
            <a:off x="10579037" y="1532924"/>
            <a:ext cx="1064957" cy="1057898"/>
          </a:xfrm>
          <a:custGeom>
            <a:avLst/>
            <a:gdLst>
              <a:gd name="connsiteX0" fmla="*/ 247650 w 661988"/>
              <a:gd name="connsiteY0" fmla="*/ 500438 h 657600"/>
              <a:gd name="connsiteX1" fmla="*/ 276225 w 661988"/>
              <a:gd name="connsiteY1" fmla="*/ 500438 h 657600"/>
              <a:gd name="connsiteX2" fmla="*/ 290512 w 661988"/>
              <a:gd name="connsiteY2" fmla="*/ 514726 h 657600"/>
              <a:gd name="connsiteX3" fmla="*/ 276225 w 661988"/>
              <a:gd name="connsiteY3" fmla="*/ 529013 h 657600"/>
              <a:gd name="connsiteX4" fmla="*/ 247650 w 661988"/>
              <a:gd name="connsiteY4" fmla="*/ 529013 h 657600"/>
              <a:gd name="connsiteX5" fmla="*/ 233362 w 661988"/>
              <a:gd name="connsiteY5" fmla="*/ 514726 h 657600"/>
              <a:gd name="connsiteX6" fmla="*/ 247650 w 661988"/>
              <a:gd name="connsiteY6" fmla="*/ 500438 h 657600"/>
              <a:gd name="connsiteX7" fmla="*/ 152400 w 661988"/>
              <a:gd name="connsiteY7" fmla="*/ 500438 h 657600"/>
              <a:gd name="connsiteX8" fmla="*/ 180975 w 661988"/>
              <a:gd name="connsiteY8" fmla="*/ 500438 h 657600"/>
              <a:gd name="connsiteX9" fmla="*/ 195262 w 661988"/>
              <a:gd name="connsiteY9" fmla="*/ 514726 h 657600"/>
              <a:gd name="connsiteX10" fmla="*/ 180975 w 661988"/>
              <a:gd name="connsiteY10" fmla="*/ 529013 h 657600"/>
              <a:gd name="connsiteX11" fmla="*/ 152400 w 661988"/>
              <a:gd name="connsiteY11" fmla="*/ 529013 h 657600"/>
              <a:gd name="connsiteX12" fmla="*/ 138112 w 661988"/>
              <a:gd name="connsiteY12" fmla="*/ 514726 h 657600"/>
              <a:gd name="connsiteX13" fmla="*/ 152400 w 661988"/>
              <a:gd name="connsiteY13" fmla="*/ 500438 h 657600"/>
              <a:gd name="connsiteX14" fmla="*/ 247650 w 661988"/>
              <a:gd name="connsiteY14" fmla="*/ 414713 h 657600"/>
              <a:gd name="connsiteX15" fmla="*/ 276225 w 661988"/>
              <a:gd name="connsiteY15" fmla="*/ 414713 h 657600"/>
              <a:gd name="connsiteX16" fmla="*/ 290512 w 661988"/>
              <a:gd name="connsiteY16" fmla="*/ 429001 h 657600"/>
              <a:gd name="connsiteX17" fmla="*/ 276225 w 661988"/>
              <a:gd name="connsiteY17" fmla="*/ 443288 h 657600"/>
              <a:gd name="connsiteX18" fmla="*/ 247650 w 661988"/>
              <a:gd name="connsiteY18" fmla="*/ 443288 h 657600"/>
              <a:gd name="connsiteX19" fmla="*/ 233362 w 661988"/>
              <a:gd name="connsiteY19" fmla="*/ 429001 h 657600"/>
              <a:gd name="connsiteX20" fmla="*/ 247650 w 661988"/>
              <a:gd name="connsiteY20" fmla="*/ 414713 h 657600"/>
              <a:gd name="connsiteX21" fmla="*/ 152400 w 661988"/>
              <a:gd name="connsiteY21" fmla="*/ 414713 h 657600"/>
              <a:gd name="connsiteX22" fmla="*/ 180975 w 661988"/>
              <a:gd name="connsiteY22" fmla="*/ 414713 h 657600"/>
              <a:gd name="connsiteX23" fmla="*/ 195262 w 661988"/>
              <a:gd name="connsiteY23" fmla="*/ 429001 h 657600"/>
              <a:gd name="connsiteX24" fmla="*/ 180975 w 661988"/>
              <a:gd name="connsiteY24" fmla="*/ 443288 h 657600"/>
              <a:gd name="connsiteX25" fmla="*/ 152400 w 661988"/>
              <a:gd name="connsiteY25" fmla="*/ 443288 h 657600"/>
              <a:gd name="connsiteX26" fmla="*/ 138112 w 661988"/>
              <a:gd name="connsiteY26" fmla="*/ 429001 h 657600"/>
              <a:gd name="connsiteX27" fmla="*/ 152400 w 661988"/>
              <a:gd name="connsiteY27" fmla="*/ 414713 h 657600"/>
              <a:gd name="connsiteX28" fmla="*/ 393383 w 661988"/>
              <a:gd name="connsiteY28" fmla="*/ 405188 h 657600"/>
              <a:gd name="connsiteX29" fmla="*/ 517208 w 661988"/>
              <a:gd name="connsiteY29" fmla="*/ 405188 h 657600"/>
              <a:gd name="connsiteX30" fmla="*/ 531495 w 661988"/>
              <a:gd name="connsiteY30" fmla="*/ 419476 h 657600"/>
              <a:gd name="connsiteX31" fmla="*/ 517208 w 661988"/>
              <a:gd name="connsiteY31" fmla="*/ 433763 h 657600"/>
              <a:gd name="connsiteX32" fmla="*/ 393383 w 661988"/>
              <a:gd name="connsiteY32" fmla="*/ 433763 h 657600"/>
              <a:gd name="connsiteX33" fmla="*/ 379095 w 661988"/>
              <a:gd name="connsiteY33" fmla="*/ 419476 h 657600"/>
              <a:gd name="connsiteX34" fmla="*/ 393383 w 661988"/>
              <a:gd name="connsiteY34" fmla="*/ 405188 h 657600"/>
              <a:gd name="connsiteX35" fmla="*/ 247650 w 661988"/>
              <a:gd name="connsiteY35" fmla="*/ 328988 h 657600"/>
              <a:gd name="connsiteX36" fmla="*/ 276225 w 661988"/>
              <a:gd name="connsiteY36" fmla="*/ 328988 h 657600"/>
              <a:gd name="connsiteX37" fmla="*/ 290512 w 661988"/>
              <a:gd name="connsiteY37" fmla="*/ 343276 h 657600"/>
              <a:gd name="connsiteX38" fmla="*/ 276225 w 661988"/>
              <a:gd name="connsiteY38" fmla="*/ 357563 h 657600"/>
              <a:gd name="connsiteX39" fmla="*/ 247650 w 661988"/>
              <a:gd name="connsiteY39" fmla="*/ 357563 h 657600"/>
              <a:gd name="connsiteX40" fmla="*/ 233362 w 661988"/>
              <a:gd name="connsiteY40" fmla="*/ 343276 h 657600"/>
              <a:gd name="connsiteX41" fmla="*/ 247650 w 661988"/>
              <a:gd name="connsiteY41" fmla="*/ 328988 h 657600"/>
              <a:gd name="connsiteX42" fmla="*/ 152400 w 661988"/>
              <a:gd name="connsiteY42" fmla="*/ 328988 h 657600"/>
              <a:gd name="connsiteX43" fmla="*/ 180975 w 661988"/>
              <a:gd name="connsiteY43" fmla="*/ 328988 h 657600"/>
              <a:gd name="connsiteX44" fmla="*/ 195262 w 661988"/>
              <a:gd name="connsiteY44" fmla="*/ 343276 h 657600"/>
              <a:gd name="connsiteX45" fmla="*/ 180975 w 661988"/>
              <a:gd name="connsiteY45" fmla="*/ 357563 h 657600"/>
              <a:gd name="connsiteX46" fmla="*/ 152400 w 661988"/>
              <a:gd name="connsiteY46" fmla="*/ 357563 h 657600"/>
              <a:gd name="connsiteX47" fmla="*/ 138112 w 661988"/>
              <a:gd name="connsiteY47" fmla="*/ 343276 h 657600"/>
              <a:gd name="connsiteX48" fmla="*/ 152400 w 661988"/>
              <a:gd name="connsiteY48" fmla="*/ 328988 h 657600"/>
              <a:gd name="connsiteX49" fmla="*/ 393383 w 661988"/>
              <a:gd name="connsiteY49" fmla="*/ 319463 h 657600"/>
              <a:gd name="connsiteX50" fmla="*/ 517208 w 661988"/>
              <a:gd name="connsiteY50" fmla="*/ 319463 h 657600"/>
              <a:gd name="connsiteX51" fmla="*/ 531495 w 661988"/>
              <a:gd name="connsiteY51" fmla="*/ 333751 h 657600"/>
              <a:gd name="connsiteX52" fmla="*/ 517208 w 661988"/>
              <a:gd name="connsiteY52" fmla="*/ 348038 h 657600"/>
              <a:gd name="connsiteX53" fmla="*/ 393383 w 661988"/>
              <a:gd name="connsiteY53" fmla="*/ 348038 h 657600"/>
              <a:gd name="connsiteX54" fmla="*/ 379095 w 661988"/>
              <a:gd name="connsiteY54" fmla="*/ 333751 h 657600"/>
              <a:gd name="connsiteX55" fmla="*/ 393383 w 661988"/>
              <a:gd name="connsiteY55" fmla="*/ 319463 h 657600"/>
              <a:gd name="connsiteX56" fmla="*/ 393383 w 661988"/>
              <a:gd name="connsiteY56" fmla="*/ 233738 h 657600"/>
              <a:gd name="connsiteX57" fmla="*/ 517208 w 661988"/>
              <a:gd name="connsiteY57" fmla="*/ 233738 h 657600"/>
              <a:gd name="connsiteX58" fmla="*/ 531495 w 661988"/>
              <a:gd name="connsiteY58" fmla="*/ 248026 h 657600"/>
              <a:gd name="connsiteX59" fmla="*/ 517208 w 661988"/>
              <a:gd name="connsiteY59" fmla="*/ 262313 h 657600"/>
              <a:gd name="connsiteX60" fmla="*/ 393383 w 661988"/>
              <a:gd name="connsiteY60" fmla="*/ 262313 h 657600"/>
              <a:gd name="connsiteX61" fmla="*/ 379095 w 661988"/>
              <a:gd name="connsiteY61" fmla="*/ 248026 h 657600"/>
              <a:gd name="connsiteX62" fmla="*/ 393383 w 661988"/>
              <a:gd name="connsiteY62" fmla="*/ 233738 h 657600"/>
              <a:gd name="connsiteX63" fmla="*/ 324802 w 661988"/>
              <a:gd name="connsiteY63" fmla="*/ 206115 h 657600"/>
              <a:gd name="connsiteX64" fmla="*/ 108585 w 661988"/>
              <a:gd name="connsiteY64" fmla="*/ 271838 h 657600"/>
              <a:gd name="connsiteX65" fmla="*/ 108585 w 661988"/>
              <a:gd name="connsiteY65" fmla="*/ 596640 h 657600"/>
              <a:gd name="connsiteX66" fmla="*/ 324802 w 661988"/>
              <a:gd name="connsiteY66" fmla="*/ 596640 h 657600"/>
              <a:gd name="connsiteX67" fmla="*/ 354330 w 661988"/>
              <a:gd name="connsiteY67" fmla="*/ 37523 h 657600"/>
              <a:gd name="connsiteX68" fmla="*/ 354330 w 661988"/>
              <a:gd name="connsiteY68" fmla="*/ 596640 h 657600"/>
              <a:gd name="connsiteX69" fmla="*/ 554355 w 661988"/>
              <a:gd name="connsiteY69" fmla="*/ 596640 h 657600"/>
              <a:gd name="connsiteX70" fmla="*/ 554355 w 661988"/>
              <a:gd name="connsiteY70" fmla="*/ 129915 h 657600"/>
              <a:gd name="connsiteX71" fmla="*/ 346710 w 661988"/>
              <a:gd name="connsiteY71" fmla="*/ 1328 h 657600"/>
              <a:gd name="connsiteX72" fmla="*/ 575310 w 661988"/>
              <a:gd name="connsiteY72" fmla="*/ 106103 h 657600"/>
              <a:gd name="connsiteX73" fmla="*/ 583882 w 661988"/>
              <a:gd name="connsiteY73" fmla="*/ 119438 h 657600"/>
              <a:gd name="connsiteX74" fmla="*/ 583882 w 661988"/>
              <a:gd name="connsiteY74" fmla="*/ 600450 h 657600"/>
              <a:gd name="connsiteX75" fmla="*/ 634365 w 661988"/>
              <a:gd name="connsiteY75" fmla="*/ 600450 h 657600"/>
              <a:gd name="connsiteX76" fmla="*/ 661988 w 661988"/>
              <a:gd name="connsiteY76" fmla="*/ 629025 h 657600"/>
              <a:gd name="connsiteX77" fmla="*/ 633413 w 661988"/>
              <a:gd name="connsiteY77" fmla="*/ 657600 h 657600"/>
              <a:gd name="connsiteX78" fmla="*/ 28575 w 661988"/>
              <a:gd name="connsiteY78" fmla="*/ 657600 h 657600"/>
              <a:gd name="connsiteX79" fmla="*/ 0 w 661988"/>
              <a:gd name="connsiteY79" fmla="*/ 629025 h 657600"/>
              <a:gd name="connsiteX80" fmla="*/ 28575 w 661988"/>
              <a:gd name="connsiteY80" fmla="*/ 600450 h 657600"/>
              <a:gd name="connsiteX81" fmla="*/ 79057 w 661988"/>
              <a:gd name="connsiteY81" fmla="*/ 600450 h 657600"/>
              <a:gd name="connsiteX82" fmla="*/ 79057 w 661988"/>
              <a:gd name="connsiteY82" fmla="*/ 260408 h 657600"/>
              <a:gd name="connsiteX83" fmla="*/ 89535 w 661988"/>
              <a:gd name="connsiteY83" fmla="*/ 247073 h 657600"/>
              <a:gd name="connsiteX84" fmla="*/ 140970 w 661988"/>
              <a:gd name="connsiteY84" fmla="*/ 231833 h 657600"/>
              <a:gd name="connsiteX85" fmla="*/ 140970 w 661988"/>
              <a:gd name="connsiteY85" fmla="*/ 174683 h 657600"/>
              <a:gd name="connsiteX86" fmla="*/ 326707 w 661988"/>
              <a:gd name="connsiteY86" fmla="*/ 87053 h 657600"/>
              <a:gd name="connsiteX87" fmla="*/ 326707 w 661988"/>
              <a:gd name="connsiteY87" fmla="*/ 14663 h 657600"/>
              <a:gd name="connsiteX88" fmla="*/ 333375 w 661988"/>
              <a:gd name="connsiteY88" fmla="*/ 2280 h 657600"/>
              <a:gd name="connsiteX89" fmla="*/ 346710 w 661988"/>
              <a:gd name="connsiteY89" fmla="*/ 1328 h 65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661988" h="657600">
                <a:moveTo>
                  <a:pt x="247650" y="500438"/>
                </a:moveTo>
                <a:lnTo>
                  <a:pt x="276225" y="500438"/>
                </a:lnTo>
                <a:cubicBezTo>
                  <a:pt x="283844" y="500438"/>
                  <a:pt x="290512" y="507106"/>
                  <a:pt x="290512" y="514726"/>
                </a:cubicBezTo>
                <a:cubicBezTo>
                  <a:pt x="290512" y="522345"/>
                  <a:pt x="283844" y="529013"/>
                  <a:pt x="276225" y="529013"/>
                </a:cubicBezTo>
                <a:lnTo>
                  <a:pt x="247650" y="529013"/>
                </a:lnTo>
                <a:cubicBezTo>
                  <a:pt x="240029" y="529013"/>
                  <a:pt x="233362" y="522345"/>
                  <a:pt x="233362" y="514726"/>
                </a:cubicBezTo>
                <a:cubicBezTo>
                  <a:pt x="233362" y="507106"/>
                  <a:pt x="240029" y="500438"/>
                  <a:pt x="247650" y="500438"/>
                </a:cubicBezTo>
                <a:close/>
                <a:moveTo>
                  <a:pt x="152400" y="500438"/>
                </a:moveTo>
                <a:lnTo>
                  <a:pt x="180975" y="500438"/>
                </a:lnTo>
                <a:cubicBezTo>
                  <a:pt x="188594" y="500438"/>
                  <a:pt x="195262" y="507106"/>
                  <a:pt x="195262" y="514726"/>
                </a:cubicBezTo>
                <a:cubicBezTo>
                  <a:pt x="195262" y="522345"/>
                  <a:pt x="188594" y="529013"/>
                  <a:pt x="180975" y="529013"/>
                </a:cubicBezTo>
                <a:lnTo>
                  <a:pt x="152400" y="529013"/>
                </a:lnTo>
                <a:cubicBezTo>
                  <a:pt x="144779" y="529013"/>
                  <a:pt x="138112" y="522345"/>
                  <a:pt x="138112" y="514726"/>
                </a:cubicBezTo>
                <a:cubicBezTo>
                  <a:pt x="138112" y="507106"/>
                  <a:pt x="144779" y="500438"/>
                  <a:pt x="152400" y="500438"/>
                </a:cubicBezTo>
                <a:close/>
                <a:moveTo>
                  <a:pt x="247650" y="414713"/>
                </a:moveTo>
                <a:lnTo>
                  <a:pt x="276225" y="414713"/>
                </a:lnTo>
                <a:cubicBezTo>
                  <a:pt x="283844" y="414713"/>
                  <a:pt x="290512" y="421381"/>
                  <a:pt x="290512" y="429001"/>
                </a:cubicBezTo>
                <a:cubicBezTo>
                  <a:pt x="290512" y="436620"/>
                  <a:pt x="283844" y="443288"/>
                  <a:pt x="276225" y="443288"/>
                </a:cubicBezTo>
                <a:lnTo>
                  <a:pt x="247650" y="443288"/>
                </a:lnTo>
                <a:cubicBezTo>
                  <a:pt x="240029" y="443288"/>
                  <a:pt x="233362" y="436620"/>
                  <a:pt x="233362" y="429001"/>
                </a:cubicBezTo>
                <a:cubicBezTo>
                  <a:pt x="233362" y="421381"/>
                  <a:pt x="240029" y="414713"/>
                  <a:pt x="247650" y="414713"/>
                </a:cubicBezTo>
                <a:close/>
                <a:moveTo>
                  <a:pt x="152400" y="414713"/>
                </a:moveTo>
                <a:lnTo>
                  <a:pt x="180975" y="414713"/>
                </a:lnTo>
                <a:cubicBezTo>
                  <a:pt x="188594" y="414713"/>
                  <a:pt x="195262" y="421381"/>
                  <a:pt x="195262" y="429001"/>
                </a:cubicBezTo>
                <a:cubicBezTo>
                  <a:pt x="195262" y="436620"/>
                  <a:pt x="188594" y="443288"/>
                  <a:pt x="180975" y="443288"/>
                </a:cubicBezTo>
                <a:lnTo>
                  <a:pt x="152400" y="443288"/>
                </a:lnTo>
                <a:cubicBezTo>
                  <a:pt x="144779" y="443288"/>
                  <a:pt x="138112" y="436620"/>
                  <a:pt x="138112" y="429001"/>
                </a:cubicBezTo>
                <a:cubicBezTo>
                  <a:pt x="138112" y="421381"/>
                  <a:pt x="144779" y="414713"/>
                  <a:pt x="152400" y="414713"/>
                </a:cubicBezTo>
                <a:close/>
                <a:moveTo>
                  <a:pt x="393383" y="405188"/>
                </a:moveTo>
                <a:lnTo>
                  <a:pt x="517208" y="405188"/>
                </a:lnTo>
                <a:cubicBezTo>
                  <a:pt x="524827" y="405188"/>
                  <a:pt x="531495" y="411856"/>
                  <a:pt x="531495" y="419476"/>
                </a:cubicBezTo>
                <a:cubicBezTo>
                  <a:pt x="531495" y="427095"/>
                  <a:pt x="524827" y="433763"/>
                  <a:pt x="517208" y="433763"/>
                </a:cubicBezTo>
                <a:lnTo>
                  <a:pt x="393383" y="433763"/>
                </a:lnTo>
                <a:cubicBezTo>
                  <a:pt x="385763" y="433763"/>
                  <a:pt x="379095" y="427095"/>
                  <a:pt x="379095" y="419476"/>
                </a:cubicBezTo>
                <a:cubicBezTo>
                  <a:pt x="379095" y="411856"/>
                  <a:pt x="385763" y="405188"/>
                  <a:pt x="393383" y="405188"/>
                </a:cubicBezTo>
                <a:close/>
                <a:moveTo>
                  <a:pt x="247650" y="328988"/>
                </a:moveTo>
                <a:lnTo>
                  <a:pt x="276225" y="328988"/>
                </a:lnTo>
                <a:cubicBezTo>
                  <a:pt x="283844" y="328988"/>
                  <a:pt x="290512" y="335656"/>
                  <a:pt x="290512" y="343276"/>
                </a:cubicBezTo>
                <a:cubicBezTo>
                  <a:pt x="290512" y="350895"/>
                  <a:pt x="283844" y="357563"/>
                  <a:pt x="276225" y="357563"/>
                </a:cubicBezTo>
                <a:lnTo>
                  <a:pt x="247650" y="357563"/>
                </a:lnTo>
                <a:cubicBezTo>
                  <a:pt x="240029" y="357563"/>
                  <a:pt x="233362" y="350895"/>
                  <a:pt x="233362" y="343276"/>
                </a:cubicBezTo>
                <a:cubicBezTo>
                  <a:pt x="233362" y="335656"/>
                  <a:pt x="240029" y="328988"/>
                  <a:pt x="247650" y="328988"/>
                </a:cubicBezTo>
                <a:close/>
                <a:moveTo>
                  <a:pt x="152400" y="328988"/>
                </a:moveTo>
                <a:lnTo>
                  <a:pt x="180975" y="328988"/>
                </a:lnTo>
                <a:cubicBezTo>
                  <a:pt x="188594" y="328988"/>
                  <a:pt x="195262" y="335656"/>
                  <a:pt x="195262" y="343276"/>
                </a:cubicBezTo>
                <a:cubicBezTo>
                  <a:pt x="195262" y="350895"/>
                  <a:pt x="188594" y="357563"/>
                  <a:pt x="180975" y="357563"/>
                </a:cubicBezTo>
                <a:lnTo>
                  <a:pt x="152400" y="357563"/>
                </a:lnTo>
                <a:cubicBezTo>
                  <a:pt x="144779" y="357563"/>
                  <a:pt x="138112" y="350895"/>
                  <a:pt x="138112" y="343276"/>
                </a:cubicBezTo>
                <a:cubicBezTo>
                  <a:pt x="138112" y="335656"/>
                  <a:pt x="144779" y="328988"/>
                  <a:pt x="152400" y="328988"/>
                </a:cubicBezTo>
                <a:close/>
                <a:moveTo>
                  <a:pt x="393383" y="319463"/>
                </a:moveTo>
                <a:lnTo>
                  <a:pt x="517208" y="319463"/>
                </a:lnTo>
                <a:cubicBezTo>
                  <a:pt x="524827" y="319463"/>
                  <a:pt x="531495" y="326131"/>
                  <a:pt x="531495" y="333751"/>
                </a:cubicBezTo>
                <a:cubicBezTo>
                  <a:pt x="531495" y="341370"/>
                  <a:pt x="524827" y="348038"/>
                  <a:pt x="517208" y="348038"/>
                </a:cubicBezTo>
                <a:lnTo>
                  <a:pt x="393383" y="348038"/>
                </a:lnTo>
                <a:cubicBezTo>
                  <a:pt x="385763" y="348038"/>
                  <a:pt x="379095" y="341370"/>
                  <a:pt x="379095" y="333751"/>
                </a:cubicBezTo>
                <a:cubicBezTo>
                  <a:pt x="379095" y="326131"/>
                  <a:pt x="385763" y="319463"/>
                  <a:pt x="393383" y="319463"/>
                </a:cubicBezTo>
                <a:close/>
                <a:moveTo>
                  <a:pt x="393383" y="233738"/>
                </a:moveTo>
                <a:lnTo>
                  <a:pt x="517208" y="233738"/>
                </a:lnTo>
                <a:cubicBezTo>
                  <a:pt x="524827" y="233738"/>
                  <a:pt x="531495" y="240406"/>
                  <a:pt x="531495" y="248026"/>
                </a:cubicBezTo>
                <a:cubicBezTo>
                  <a:pt x="531495" y="255645"/>
                  <a:pt x="524827" y="262313"/>
                  <a:pt x="517208" y="262313"/>
                </a:cubicBezTo>
                <a:lnTo>
                  <a:pt x="393383" y="262313"/>
                </a:lnTo>
                <a:cubicBezTo>
                  <a:pt x="385763" y="262313"/>
                  <a:pt x="379095" y="255645"/>
                  <a:pt x="379095" y="248026"/>
                </a:cubicBezTo>
                <a:cubicBezTo>
                  <a:pt x="379095" y="240406"/>
                  <a:pt x="385763" y="233738"/>
                  <a:pt x="393383" y="233738"/>
                </a:cubicBezTo>
                <a:close/>
                <a:moveTo>
                  <a:pt x="324802" y="206115"/>
                </a:moveTo>
                <a:lnTo>
                  <a:pt x="108585" y="271838"/>
                </a:lnTo>
                <a:lnTo>
                  <a:pt x="108585" y="596640"/>
                </a:lnTo>
                <a:lnTo>
                  <a:pt x="324802" y="596640"/>
                </a:lnTo>
                <a:close/>
                <a:moveTo>
                  <a:pt x="354330" y="37523"/>
                </a:moveTo>
                <a:lnTo>
                  <a:pt x="354330" y="596640"/>
                </a:lnTo>
                <a:lnTo>
                  <a:pt x="554355" y="596640"/>
                </a:lnTo>
                <a:lnTo>
                  <a:pt x="554355" y="129915"/>
                </a:lnTo>
                <a:close/>
                <a:moveTo>
                  <a:pt x="346710" y="1328"/>
                </a:moveTo>
                <a:lnTo>
                  <a:pt x="575310" y="106103"/>
                </a:lnTo>
                <a:cubicBezTo>
                  <a:pt x="581025" y="108960"/>
                  <a:pt x="583882" y="113723"/>
                  <a:pt x="583882" y="119438"/>
                </a:cubicBezTo>
                <a:lnTo>
                  <a:pt x="583882" y="600450"/>
                </a:lnTo>
                <a:lnTo>
                  <a:pt x="634365" y="600450"/>
                </a:lnTo>
                <a:cubicBezTo>
                  <a:pt x="649605" y="600450"/>
                  <a:pt x="661988" y="612833"/>
                  <a:pt x="661988" y="629025"/>
                </a:cubicBezTo>
                <a:cubicBezTo>
                  <a:pt x="661988" y="645218"/>
                  <a:pt x="649605" y="657600"/>
                  <a:pt x="633413" y="657600"/>
                </a:cubicBezTo>
                <a:lnTo>
                  <a:pt x="28575" y="657600"/>
                </a:lnTo>
                <a:cubicBezTo>
                  <a:pt x="12382" y="657600"/>
                  <a:pt x="0" y="645218"/>
                  <a:pt x="0" y="629025"/>
                </a:cubicBezTo>
                <a:cubicBezTo>
                  <a:pt x="0" y="612833"/>
                  <a:pt x="12382" y="600450"/>
                  <a:pt x="28575" y="600450"/>
                </a:cubicBezTo>
                <a:lnTo>
                  <a:pt x="79057" y="600450"/>
                </a:lnTo>
                <a:lnTo>
                  <a:pt x="79057" y="260408"/>
                </a:lnTo>
                <a:cubicBezTo>
                  <a:pt x="79057" y="254693"/>
                  <a:pt x="83820" y="248978"/>
                  <a:pt x="89535" y="247073"/>
                </a:cubicBezTo>
                <a:lnTo>
                  <a:pt x="140970" y="231833"/>
                </a:lnTo>
                <a:lnTo>
                  <a:pt x="140970" y="174683"/>
                </a:lnTo>
                <a:lnTo>
                  <a:pt x="326707" y="87053"/>
                </a:lnTo>
                <a:lnTo>
                  <a:pt x="326707" y="14663"/>
                </a:lnTo>
                <a:cubicBezTo>
                  <a:pt x="326707" y="9900"/>
                  <a:pt x="329565" y="5138"/>
                  <a:pt x="333375" y="2280"/>
                </a:cubicBezTo>
                <a:cubicBezTo>
                  <a:pt x="337185" y="-577"/>
                  <a:pt x="341947" y="-577"/>
                  <a:pt x="346710" y="1328"/>
                </a:cubicBezTo>
                <a:close/>
              </a:path>
            </a:pathLst>
          </a:custGeom>
          <a:solidFill>
            <a:srgbClr val="24A5A9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pic>
        <p:nvPicPr>
          <p:cNvPr id="9" name="图片 8" descr="æªå±2022-11-20 20.35.42"/>
          <p:cNvPicPr>
            <a:picLocks noChangeAspect="1"/>
          </p:cNvPicPr>
          <p:nvPr/>
        </p:nvPicPr>
        <p:blipFill>
          <a:blip r:embed="rId1"/>
          <a:srcRect b="13728"/>
          <a:stretch>
            <a:fillRect/>
          </a:stretch>
        </p:blipFill>
        <p:spPr>
          <a:xfrm>
            <a:off x="260350" y="560705"/>
            <a:ext cx="5436235" cy="6297295"/>
          </a:xfrm>
          <a:prstGeom prst="rect">
            <a:avLst/>
          </a:prstGeom>
        </p:spPr>
      </p:pic>
      <p:grpSp>
        <p:nvGrpSpPr>
          <p:cNvPr id="11" name="组合 10"/>
          <p:cNvGrpSpPr/>
          <p:nvPr/>
        </p:nvGrpSpPr>
        <p:grpSpPr>
          <a:xfrm>
            <a:off x="0" y="4653915"/>
            <a:ext cx="6120130" cy="2203450"/>
            <a:chOff x="348" y="4018"/>
            <a:chExt cx="9638" cy="3470"/>
          </a:xfrm>
        </p:grpSpPr>
        <p:sp>
          <p:nvSpPr>
            <p:cNvPr id="16" name="矩形 15"/>
            <p:cNvSpPr/>
            <p:nvPr/>
          </p:nvSpPr>
          <p:spPr>
            <a:xfrm>
              <a:off x="348" y="4018"/>
              <a:ext cx="9638" cy="3471"/>
            </a:xfrm>
            <a:prstGeom prst="rect">
              <a:avLst/>
            </a:prstGeom>
            <a:solidFill>
              <a:srgbClr val="24A5A9">
                <a:alpha val="6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cs typeface="汉仪旗黑-50简" panose="00020600040101010101" charset="-122"/>
              </a:endParaRPr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35" y="4881"/>
              <a:ext cx="7864" cy="1919"/>
            </a:xfrm>
            <a:prstGeom prst="rect">
              <a:avLst/>
            </a:prstGeom>
          </p:spPr>
        </p:pic>
      </p:grp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77865" cy="75120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4420" y="2590800"/>
            <a:ext cx="4270375" cy="118110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3825" y="1840230"/>
            <a:ext cx="3698875" cy="750570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9085" y="4219575"/>
            <a:ext cx="3876675" cy="15005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497840" y="569595"/>
            <a:ext cx="11196320" cy="5718810"/>
            <a:chOff x="1503" y="859"/>
            <a:chExt cx="20351" cy="9063"/>
          </a:xfrm>
        </p:grpSpPr>
        <p:sp>
          <p:nvSpPr>
            <p:cNvPr id="46" name="矩形: 圆角 45"/>
            <p:cNvSpPr/>
            <p:nvPr/>
          </p:nvSpPr>
          <p:spPr>
            <a:xfrm>
              <a:off x="9815" y="5790"/>
              <a:ext cx="3726" cy="4133"/>
            </a:xfrm>
            <a:prstGeom prst="roundRect">
              <a:avLst>
                <a:gd name="adj" fmla="val 9230"/>
              </a:avLst>
            </a:prstGeom>
            <a:solidFill>
              <a:schemeClr val="bg1"/>
            </a:solidFill>
            <a:ln w="63500">
              <a:solidFill>
                <a:srgbClr val="4D241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4D2417"/>
                </a:solidFill>
                <a:cs typeface="汉仪旗黑-50简" panose="00020600040101010101" charset="-122"/>
              </a:endParaRPr>
            </a:p>
          </p:txBody>
        </p:sp>
        <p:sp>
          <p:nvSpPr>
            <p:cNvPr id="3" name="矩形: 圆角 2"/>
            <p:cNvSpPr/>
            <p:nvPr/>
          </p:nvSpPr>
          <p:spPr>
            <a:xfrm>
              <a:off x="1503" y="859"/>
              <a:ext cx="3726" cy="4133"/>
            </a:xfrm>
            <a:prstGeom prst="roundRect">
              <a:avLst>
                <a:gd name="adj" fmla="val 9230"/>
              </a:avLst>
            </a:prstGeom>
            <a:solidFill>
              <a:srgbClr val="24A5A9"/>
            </a:solidFill>
            <a:ln w="63500" cap="rnd">
              <a:solidFill>
                <a:srgbClr val="4D2417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旗黑-50简" panose="00020600040101010101" charset="-122"/>
              </a:endParaRPr>
            </a:p>
          </p:txBody>
        </p:sp>
        <p:sp>
          <p:nvSpPr>
            <p:cNvPr id="39" name="矩形: 圆角 38"/>
            <p:cNvSpPr/>
            <p:nvPr/>
          </p:nvSpPr>
          <p:spPr>
            <a:xfrm>
              <a:off x="5659" y="859"/>
              <a:ext cx="3726" cy="4133"/>
            </a:xfrm>
            <a:prstGeom prst="roundRect">
              <a:avLst>
                <a:gd name="adj" fmla="val 9230"/>
              </a:avLst>
            </a:prstGeom>
            <a:solidFill>
              <a:schemeClr val="bg1"/>
            </a:solidFill>
            <a:ln w="63500">
              <a:solidFill>
                <a:srgbClr val="4D241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4D2417"/>
                </a:solidFill>
                <a:cs typeface="汉仪旗黑-50简" panose="00020600040101010101" charset="-122"/>
              </a:endParaRPr>
            </a:p>
          </p:txBody>
        </p:sp>
        <p:sp>
          <p:nvSpPr>
            <p:cNvPr id="40" name="矩形: 圆角 39"/>
            <p:cNvSpPr/>
            <p:nvPr/>
          </p:nvSpPr>
          <p:spPr>
            <a:xfrm>
              <a:off x="9815" y="859"/>
              <a:ext cx="3726" cy="4133"/>
            </a:xfrm>
            <a:prstGeom prst="roundRect">
              <a:avLst>
                <a:gd name="adj" fmla="val 9230"/>
              </a:avLst>
            </a:prstGeom>
            <a:solidFill>
              <a:schemeClr val="bg1"/>
            </a:solidFill>
            <a:ln w="63500">
              <a:solidFill>
                <a:srgbClr val="4D241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4D2417"/>
                </a:solidFill>
                <a:cs typeface="汉仪旗黑-50简" panose="00020600040101010101" charset="-122"/>
              </a:endParaRPr>
            </a:p>
          </p:txBody>
        </p:sp>
        <p:sp>
          <p:nvSpPr>
            <p:cNvPr id="41" name="矩形: 圆角 40"/>
            <p:cNvSpPr/>
            <p:nvPr/>
          </p:nvSpPr>
          <p:spPr>
            <a:xfrm>
              <a:off x="13972" y="859"/>
              <a:ext cx="3726" cy="4133"/>
            </a:xfrm>
            <a:prstGeom prst="roundRect">
              <a:avLst>
                <a:gd name="adj" fmla="val 9230"/>
              </a:avLst>
            </a:prstGeom>
            <a:solidFill>
              <a:schemeClr val="bg1"/>
            </a:solidFill>
            <a:ln w="63500">
              <a:solidFill>
                <a:srgbClr val="4D241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4D2417"/>
                </a:solidFill>
                <a:cs typeface="汉仪旗黑-50简" panose="00020600040101010101" charset="-122"/>
              </a:endParaRPr>
            </a:p>
          </p:txBody>
        </p:sp>
        <p:sp>
          <p:nvSpPr>
            <p:cNvPr id="44" name="矩形: 圆角 43"/>
            <p:cNvSpPr/>
            <p:nvPr/>
          </p:nvSpPr>
          <p:spPr>
            <a:xfrm>
              <a:off x="1503" y="5790"/>
              <a:ext cx="3726" cy="4133"/>
            </a:xfrm>
            <a:prstGeom prst="roundRect">
              <a:avLst>
                <a:gd name="adj" fmla="val 9230"/>
              </a:avLst>
            </a:prstGeom>
            <a:solidFill>
              <a:schemeClr val="bg1"/>
            </a:solidFill>
            <a:ln w="63500">
              <a:solidFill>
                <a:srgbClr val="4D241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4D2417"/>
                </a:solidFill>
                <a:cs typeface="汉仪旗黑-50简" panose="00020600040101010101" charset="-122"/>
              </a:endParaRPr>
            </a:p>
          </p:txBody>
        </p:sp>
        <p:sp>
          <p:nvSpPr>
            <p:cNvPr id="45" name="矩形: 圆角 44"/>
            <p:cNvSpPr/>
            <p:nvPr/>
          </p:nvSpPr>
          <p:spPr>
            <a:xfrm>
              <a:off x="5659" y="5790"/>
              <a:ext cx="3726" cy="4133"/>
            </a:xfrm>
            <a:prstGeom prst="roundRect">
              <a:avLst>
                <a:gd name="adj" fmla="val 9230"/>
              </a:avLst>
            </a:prstGeom>
            <a:solidFill>
              <a:schemeClr val="bg1"/>
            </a:solidFill>
            <a:ln w="63500">
              <a:solidFill>
                <a:srgbClr val="4D241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4D2417"/>
                </a:solidFill>
                <a:cs typeface="汉仪旗黑-50简" panose="00020600040101010101" charset="-122"/>
              </a:endParaRPr>
            </a:p>
          </p:txBody>
        </p:sp>
        <p:sp>
          <p:nvSpPr>
            <p:cNvPr id="47" name="矩形: 圆角 46"/>
            <p:cNvSpPr/>
            <p:nvPr/>
          </p:nvSpPr>
          <p:spPr>
            <a:xfrm>
              <a:off x="13972" y="5790"/>
              <a:ext cx="3726" cy="4133"/>
            </a:xfrm>
            <a:prstGeom prst="roundRect">
              <a:avLst>
                <a:gd name="adj" fmla="val 9230"/>
              </a:avLst>
            </a:prstGeom>
            <a:solidFill>
              <a:schemeClr val="bg1"/>
            </a:solidFill>
            <a:ln w="63500">
              <a:solidFill>
                <a:srgbClr val="4D241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4D2417"/>
                </a:solidFill>
                <a:cs typeface="汉仪旗黑-50简" panose="00020600040101010101" charset="-122"/>
              </a:endParaRPr>
            </a:p>
          </p:txBody>
        </p:sp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145" y="3819"/>
              <a:ext cx="2490" cy="630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58" y="1214"/>
              <a:ext cx="2983" cy="2785"/>
            </a:xfrm>
            <a:prstGeom prst="rect">
              <a:avLst/>
            </a:prstGeom>
          </p:spPr>
        </p:pic>
        <p:sp>
          <p:nvSpPr>
            <p:cNvPr id="6" name="矩形: 圆角 40"/>
            <p:cNvSpPr/>
            <p:nvPr/>
          </p:nvSpPr>
          <p:spPr>
            <a:xfrm>
              <a:off x="18128" y="859"/>
              <a:ext cx="3726" cy="4133"/>
            </a:xfrm>
            <a:prstGeom prst="roundRect">
              <a:avLst>
                <a:gd name="adj" fmla="val 9230"/>
              </a:avLst>
            </a:prstGeom>
            <a:solidFill>
              <a:schemeClr val="bg1"/>
            </a:solidFill>
            <a:ln w="63500">
              <a:solidFill>
                <a:srgbClr val="4D241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rgbClr val="4D2417"/>
                </a:solidFill>
                <a:cs typeface="汉仪旗黑-50简" panose="00020600040101010101" charset="-122"/>
              </a:endParaRPr>
            </a:p>
          </p:txBody>
        </p:sp>
        <p:sp>
          <p:nvSpPr>
            <p:cNvPr id="7" name="矩形: 圆角 40"/>
            <p:cNvSpPr/>
            <p:nvPr/>
          </p:nvSpPr>
          <p:spPr>
            <a:xfrm>
              <a:off x="18102" y="5790"/>
              <a:ext cx="3726" cy="4133"/>
            </a:xfrm>
            <a:prstGeom prst="roundRect">
              <a:avLst>
                <a:gd name="adj" fmla="val 9230"/>
              </a:avLst>
            </a:prstGeom>
            <a:solidFill>
              <a:schemeClr val="bg1"/>
            </a:solidFill>
            <a:ln w="63500">
              <a:solidFill>
                <a:srgbClr val="4D241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rgbClr val="4D2417"/>
                </a:solidFill>
                <a:cs typeface="汉仪旗黑-50简" panose="00020600040101010101" charset="-122"/>
              </a:endParaRPr>
            </a:p>
          </p:txBody>
        </p:sp>
      </p:grp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8685" y="605155"/>
            <a:ext cx="2310130" cy="153797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7875" y="1083945"/>
            <a:ext cx="2057400" cy="146685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015" y="3754755"/>
            <a:ext cx="2324735" cy="146685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3595" y="3891280"/>
            <a:ext cx="3430905" cy="109728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7"/>
          <a:srcRect l="24393" r="25879"/>
          <a:stretch>
            <a:fillRect/>
          </a:stretch>
        </p:blipFill>
        <p:spPr>
          <a:xfrm>
            <a:off x="5216525" y="3888740"/>
            <a:ext cx="1710055" cy="109982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8"/>
          <a:srcRect l="24380" r="23889"/>
          <a:stretch>
            <a:fillRect/>
          </a:stretch>
        </p:blipFill>
        <p:spPr>
          <a:xfrm>
            <a:off x="7465060" y="3862705"/>
            <a:ext cx="1821180" cy="112585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9"/>
          <a:srcRect l="24294" r="25455"/>
          <a:stretch>
            <a:fillRect/>
          </a:stretch>
        </p:blipFill>
        <p:spPr>
          <a:xfrm>
            <a:off x="9566275" y="3838575"/>
            <a:ext cx="2142490" cy="1203325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21230" y="989330"/>
            <a:ext cx="3286760" cy="936625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01515" y="1002665"/>
            <a:ext cx="3194685" cy="909955"/>
          </a:xfrm>
          <a:prstGeom prst="rect">
            <a:avLst/>
          </a:prstGeom>
        </p:spPr>
      </p:pic>
      <p:pic>
        <p:nvPicPr>
          <p:cNvPr id="53" name="图片 5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90405" y="5221605"/>
            <a:ext cx="2080260" cy="461010"/>
          </a:xfrm>
          <a:prstGeom prst="rect">
            <a:avLst/>
          </a:prstGeom>
        </p:spPr>
      </p:pic>
      <p:pic>
        <p:nvPicPr>
          <p:cNvPr id="55" name="图片 5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09485" y="5221605"/>
            <a:ext cx="2083435" cy="461645"/>
          </a:xfrm>
          <a:prstGeom prst="rect">
            <a:avLst/>
          </a:prstGeom>
        </p:spPr>
      </p:pic>
      <p:pic>
        <p:nvPicPr>
          <p:cNvPr id="56" name="图片 5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93005" y="5221605"/>
            <a:ext cx="2083435" cy="461645"/>
          </a:xfrm>
          <a:prstGeom prst="rect">
            <a:avLst/>
          </a:prstGeom>
        </p:spPr>
      </p:pic>
      <p:pic>
        <p:nvPicPr>
          <p:cNvPr id="57" name="图片 5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776220" y="5222240"/>
            <a:ext cx="2080260" cy="461010"/>
          </a:xfrm>
          <a:prstGeom prst="rect">
            <a:avLst/>
          </a:prstGeom>
        </p:spPr>
      </p:pic>
      <p:pic>
        <p:nvPicPr>
          <p:cNvPr id="58" name="图片 5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1190" y="5295265"/>
            <a:ext cx="1703070" cy="673100"/>
          </a:xfrm>
          <a:prstGeom prst="rect">
            <a:avLst/>
          </a:prstGeom>
        </p:spPr>
      </p:pic>
      <p:pic>
        <p:nvPicPr>
          <p:cNvPr id="59" name="图片 5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816860" y="2042160"/>
            <a:ext cx="2005965" cy="792480"/>
          </a:xfrm>
          <a:prstGeom prst="rect">
            <a:avLst/>
          </a:prstGeom>
        </p:spPr>
      </p:pic>
      <p:pic>
        <p:nvPicPr>
          <p:cNvPr id="60" name="图片 59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092065" y="2274570"/>
            <a:ext cx="2080260" cy="461010"/>
          </a:xfrm>
          <a:prstGeom prst="rect">
            <a:avLst/>
          </a:prstGeom>
        </p:spPr>
      </p:pic>
      <p:pic>
        <p:nvPicPr>
          <p:cNvPr id="61" name="图片 6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430135" y="2306320"/>
            <a:ext cx="1793875" cy="3975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20091458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96400" y="2230755"/>
            <a:ext cx="2894965" cy="289496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957717" y="98794"/>
            <a:ext cx="2276566" cy="4603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400" dirty="0">
                <a:solidFill>
                  <a:srgbClr val="24A5A9"/>
                </a:solidFill>
                <a:latin typeface="汉仪文黑-75简" panose="00020600040101010101" charset="-122"/>
                <a:ea typeface="汉仪文黑-75简" panose="00020600040101010101" charset="-122"/>
                <a:cs typeface="汉仪旗黑-50简" panose="00020600040101010101" charset="-122"/>
              </a:rPr>
              <a:t>-</a:t>
            </a:r>
            <a:r>
              <a:rPr lang="zh-CN" altLang="en-US" sz="2400" dirty="0">
                <a:solidFill>
                  <a:srgbClr val="24A5A9"/>
                </a:solidFill>
                <a:latin typeface="方正粗金陵简体" panose="02000000000000000000" charset="-122"/>
                <a:ea typeface="方正粗金陵简体" panose="02000000000000000000" charset="-122"/>
                <a:cs typeface="汉仪旗黑-50简" panose="00020600040101010101" charset="-122"/>
              </a:rPr>
              <a:t>游戏规则</a:t>
            </a:r>
            <a:r>
              <a:rPr lang="en-US" altLang="zh-CN" sz="2400" dirty="0">
                <a:solidFill>
                  <a:srgbClr val="24A5A9"/>
                </a:solidFill>
                <a:latin typeface="汉仪文黑-75简" panose="00020600040101010101" charset="-122"/>
                <a:ea typeface="汉仪文黑-75简" panose="00020600040101010101" charset="-122"/>
                <a:cs typeface="汉仪旗黑-50简" panose="00020600040101010101" charset="-122"/>
              </a:rPr>
              <a:t>-</a:t>
            </a:r>
            <a:endParaRPr lang="en-US" altLang="zh-CN" sz="2400" dirty="0">
              <a:solidFill>
                <a:srgbClr val="24A5A9"/>
              </a:solidFill>
              <a:latin typeface="汉仪文黑-75简" panose="00020600040101010101" charset="-122"/>
              <a:ea typeface="汉仪文黑-75简" panose="00020600040101010101" charset="-122"/>
              <a:cs typeface="汉仪旗黑-50简" panose="00020600040101010101" charset="-122"/>
            </a:endParaRPr>
          </a:p>
        </p:txBody>
      </p:sp>
      <p:sp>
        <p:nvSpPr>
          <p:cNvPr id="26" name="任意多边形: 形状 25"/>
          <p:cNvSpPr/>
          <p:nvPr/>
        </p:nvSpPr>
        <p:spPr>
          <a:xfrm>
            <a:off x="6210544" y="1040517"/>
            <a:ext cx="5735268" cy="972000"/>
          </a:xfrm>
          <a:custGeom>
            <a:avLst/>
            <a:gdLst>
              <a:gd name="connsiteX0" fmla="*/ 486000 w 5735268"/>
              <a:gd name="connsiteY0" fmla="*/ 0 h 972000"/>
              <a:gd name="connsiteX1" fmla="*/ 522644 w 5735268"/>
              <a:gd name="connsiteY1" fmla="*/ 3694 h 972000"/>
              <a:gd name="connsiteX2" fmla="*/ 5486227 w 5735268"/>
              <a:gd name="connsiteY2" fmla="*/ 3694 h 972000"/>
              <a:gd name="connsiteX3" fmla="*/ 5735268 w 5735268"/>
              <a:gd name="connsiteY3" fmla="*/ 252735 h 972000"/>
              <a:gd name="connsiteX4" fmla="*/ 5486227 w 5735268"/>
              <a:gd name="connsiteY4" fmla="*/ 501776 h 972000"/>
              <a:gd name="connsiteX5" fmla="*/ 970410 w 5735268"/>
              <a:gd name="connsiteY5" fmla="*/ 501776 h 972000"/>
              <a:gd name="connsiteX6" fmla="*/ 962127 w 5735268"/>
              <a:gd name="connsiteY6" fmla="*/ 583946 h 972000"/>
              <a:gd name="connsiteX7" fmla="*/ 486000 w 5735268"/>
              <a:gd name="connsiteY7" fmla="*/ 972000 h 972000"/>
              <a:gd name="connsiteX8" fmla="*/ 0 w 5735268"/>
              <a:gd name="connsiteY8" fmla="*/ 486000 h 972000"/>
              <a:gd name="connsiteX9" fmla="*/ 486000 w 5735268"/>
              <a:gd name="connsiteY9" fmla="*/ 0 h 9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735268" h="972000">
                <a:moveTo>
                  <a:pt x="486000" y="0"/>
                </a:moveTo>
                <a:lnTo>
                  <a:pt x="522644" y="3694"/>
                </a:lnTo>
                <a:lnTo>
                  <a:pt x="5486227" y="3694"/>
                </a:lnTo>
                <a:cubicBezTo>
                  <a:pt x="5623769" y="3694"/>
                  <a:pt x="5735268" y="115193"/>
                  <a:pt x="5735268" y="252735"/>
                </a:cubicBezTo>
                <a:cubicBezTo>
                  <a:pt x="5735268" y="390277"/>
                  <a:pt x="5623769" y="501776"/>
                  <a:pt x="5486227" y="501776"/>
                </a:cubicBezTo>
                <a:lnTo>
                  <a:pt x="970410" y="501776"/>
                </a:lnTo>
                <a:lnTo>
                  <a:pt x="962127" y="583946"/>
                </a:lnTo>
                <a:cubicBezTo>
                  <a:pt x="916809" y="805408"/>
                  <a:pt x="720859" y="972000"/>
                  <a:pt x="486000" y="972000"/>
                </a:cubicBezTo>
                <a:cubicBezTo>
                  <a:pt x="217590" y="972000"/>
                  <a:pt x="0" y="754410"/>
                  <a:pt x="0" y="486000"/>
                </a:cubicBezTo>
                <a:cubicBezTo>
                  <a:pt x="0" y="217590"/>
                  <a:pt x="217590" y="0"/>
                  <a:pt x="486000" y="0"/>
                </a:cubicBezTo>
                <a:close/>
              </a:path>
            </a:pathLst>
          </a:custGeom>
          <a:solidFill>
            <a:srgbClr val="F888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汉仪旗黑-50简" panose="00020600040101010101" charset="-122"/>
              <a:ea typeface="汉仪旗黑-50简" panose="00020600040101010101" charset="-122"/>
              <a:cs typeface="汉仪旗黑-50简" panose="00020600040101010101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481746" y="1203189"/>
            <a:ext cx="464879" cy="6451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en-US" altLang="zh-CN" sz="3600" b="1" dirty="0">
                <a:solidFill>
                  <a:schemeClr val="bg1"/>
                </a:solidFill>
                <a:latin typeface="Comic Sans MS Bold" panose="030F0702030302020204" charset="0"/>
                <a:ea typeface="汉仪旗黑-50简" panose="00020600040101010101" charset="-122"/>
                <a:cs typeface="Comic Sans MS Bold" panose="030F0702030302020204" charset="0"/>
              </a:rPr>
              <a:t>A</a:t>
            </a:r>
            <a:endParaRPr lang="en-US" altLang="zh-CN" sz="3600" b="1" dirty="0">
              <a:solidFill>
                <a:schemeClr val="bg1"/>
              </a:solidFill>
              <a:latin typeface="Comic Sans MS Bold" panose="030F0702030302020204" charset="0"/>
              <a:ea typeface="汉仪旗黑-50简" panose="00020600040101010101" charset="-122"/>
              <a:cs typeface="Comic Sans MS Bold" panose="030F0702030302020204" charset="0"/>
            </a:endParaRPr>
          </a:p>
        </p:txBody>
      </p:sp>
      <p:sp>
        <p:nvSpPr>
          <p:cNvPr id="30" name="任意多边形: 形状 29"/>
          <p:cNvSpPr/>
          <p:nvPr/>
        </p:nvSpPr>
        <p:spPr>
          <a:xfrm>
            <a:off x="6278245" y="4064000"/>
            <a:ext cx="5599430" cy="1191895"/>
          </a:xfrm>
          <a:custGeom>
            <a:avLst/>
            <a:gdLst>
              <a:gd name="connsiteX0" fmla="*/ 470354 w 5729333"/>
              <a:gd name="connsiteY0" fmla="*/ 0 h 977466"/>
              <a:gd name="connsiteX1" fmla="*/ 5480292 w 5729333"/>
              <a:gd name="connsiteY1" fmla="*/ 0 h 977466"/>
              <a:gd name="connsiteX2" fmla="*/ 5729333 w 5729333"/>
              <a:gd name="connsiteY2" fmla="*/ 249041 h 977466"/>
              <a:gd name="connsiteX3" fmla="*/ 5480292 w 5729333"/>
              <a:gd name="connsiteY3" fmla="*/ 498082 h 977466"/>
              <a:gd name="connsiteX4" fmla="*/ 971333 w 5729333"/>
              <a:gd name="connsiteY4" fmla="*/ 498082 h 977466"/>
              <a:gd name="connsiteX5" fmla="*/ 962127 w 5729333"/>
              <a:gd name="connsiteY5" fmla="*/ 589412 h 977466"/>
              <a:gd name="connsiteX6" fmla="*/ 486000 w 5729333"/>
              <a:gd name="connsiteY6" fmla="*/ 977466 h 977466"/>
              <a:gd name="connsiteX7" fmla="*/ 0 w 5729333"/>
              <a:gd name="connsiteY7" fmla="*/ 491466 h 977466"/>
              <a:gd name="connsiteX8" fmla="*/ 296827 w 5729333"/>
              <a:gd name="connsiteY8" fmla="*/ 43658 h 977466"/>
              <a:gd name="connsiteX9" fmla="*/ 372069 w 5729333"/>
              <a:gd name="connsiteY9" fmla="*/ 20302 h 977466"/>
              <a:gd name="connsiteX10" fmla="*/ 373416 w 5729333"/>
              <a:gd name="connsiteY10" fmla="*/ 19571 h 977466"/>
              <a:gd name="connsiteX11" fmla="*/ 470354 w 5729333"/>
              <a:gd name="connsiteY11" fmla="*/ 0 h 977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729333" h="977466">
                <a:moveTo>
                  <a:pt x="470354" y="0"/>
                </a:moveTo>
                <a:lnTo>
                  <a:pt x="5480292" y="0"/>
                </a:lnTo>
                <a:cubicBezTo>
                  <a:pt x="5617834" y="0"/>
                  <a:pt x="5729333" y="111499"/>
                  <a:pt x="5729333" y="249041"/>
                </a:cubicBezTo>
                <a:cubicBezTo>
                  <a:pt x="5729333" y="386583"/>
                  <a:pt x="5617834" y="498082"/>
                  <a:pt x="5480292" y="498082"/>
                </a:cubicBezTo>
                <a:lnTo>
                  <a:pt x="971333" y="498082"/>
                </a:lnTo>
                <a:lnTo>
                  <a:pt x="962127" y="589412"/>
                </a:lnTo>
                <a:cubicBezTo>
                  <a:pt x="916809" y="810874"/>
                  <a:pt x="720859" y="977466"/>
                  <a:pt x="486000" y="977466"/>
                </a:cubicBezTo>
                <a:cubicBezTo>
                  <a:pt x="217590" y="977466"/>
                  <a:pt x="0" y="759876"/>
                  <a:pt x="0" y="491466"/>
                </a:cubicBezTo>
                <a:cubicBezTo>
                  <a:pt x="0" y="290159"/>
                  <a:pt x="122395" y="117437"/>
                  <a:pt x="296827" y="43658"/>
                </a:cubicBezTo>
                <a:lnTo>
                  <a:pt x="372069" y="20302"/>
                </a:lnTo>
                <a:lnTo>
                  <a:pt x="373416" y="19571"/>
                </a:lnTo>
                <a:cubicBezTo>
                  <a:pt x="403211" y="6969"/>
                  <a:pt x="435969" y="0"/>
                  <a:pt x="470354" y="0"/>
                </a:cubicBezTo>
                <a:close/>
              </a:path>
            </a:pathLst>
          </a:custGeom>
          <a:solidFill>
            <a:srgbClr val="4D24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汉仪旗黑-50简" panose="00020600040101010101" charset="-122"/>
              <a:ea typeface="汉仪旗黑-50简" panose="00020600040101010101" charset="-122"/>
              <a:cs typeface="汉仪旗黑-50简" panose="00020600040101010101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481815" y="4336844"/>
            <a:ext cx="464758" cy="6451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Comic Sans MS Bold" panose="030F0702030302020204" charset="0"/>
                <a:ea typeface="汉仪旗黑-50简" panose="00020600040101010101" charset="-122"/>
                <a:cs typeface="Comic Sans MS Bold" panose="030F0702030302020204" charset="0"/>
              </a:rPr>
              <a:t>C</a:t>
            </a:r>
            <a:endParaRPr lang="en-US" altLang="zh-CN" sz="3600" b="1" dirty="0">
              <a:solidFill>
                <a:schemeClr val="bg1"/>
              </a:solidFill>
              <a:latin typeface="Comic Sans MS Bold" panose="030F0702030302020204" charset="0"/>
              <a:ea typeface="汉仪旗黑-50简" panose="00020600040101010101" charset="-122"/>
              <a:cs typeface="Comic Sans MS Bold" panose="030F0702030302020204" charset="0"/>
            </a:endParaRPr>
          </a:p>
        </p:txBody>
      </p:sp>
      <p:sp>
        <p:nvSpPr>
          <p:cNvPr id="32" name="文本框 20"/>
          <p:cNvSpPr txBox="1"/>
          <p:nvPr/>
        </p:nvSpPr>
        <p:spPr>
          <a:xfrm flipH="1">
            <a:off x="7032625" y="1038225"/>
            <a:ext cx="4519930" cy="53403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fontAlgn="auto">
              <a:lnSpc>
                <a:spcPct val="12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方正粗金陵简体" panose="02000000000000000000" charset="-122"/>
                <a:ea typeface="方正粗金陵简体" panose="02000000000000000000" charset="-122"/>
                <a:cs typeface="方正粗金陵简体" panose="02000000000000000000" charset="-122"/>
                <a:sym typeface="Arial" panose="020B0604020202020204" pitchFamily="34" charset="0"/>
              </a:rPr>
              <a:t>每位同学随机盲选一张扑克牌。 </a:t>
            </a:r>
            <a:endParaRPr lang="zh-CN" altLang="en-US" sz="2400" dirty="0">
              <a:solidFill>
                <a:schemeClr val="bg1"/>
              </a:solidFill>
              <a:latin typeface="方正粗金陵简体" panose="02000000000000000000" charset="-122"/>
              <a:ea typeface="方正粗金陵简体" panose="02000000000000000000" charset="-122"/>
              <a:cs typeface="方正粗金陵简体" panose="02000000000000000000" charset="-122"/>
              <a:sym typeface="Arial" panose="020B0604020202020204" pitchFamily="34" charset="0"/>
            </a:endParaRPr>
          </a:p>
        </p:txBody>
      </p:sp>
      <p:sp>
        <p:nvSpPr>
          <p:cNvPr id="33" name="文本框 22"/>
          <p:cNvSpPr txBox="1"/>
          <p:nvPr/>
        </p:nvSpPr>
        <p:spPr>
          <a:xfrm flipH="1">
            <a:off x="7351395" y="-829310"/>
            <a:ext cx="4335780" cy="75565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 fontAlgn="auto">
              <a:lnSpc>
                <a:spcPct val="120000"/>
              </a:lnSpc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方正粗金陵简体" panose="02000000000000000000" charset="-122"/>
                <a:ea typeface="方正粗金陵简体" panose="02000000000000000000" charset="-122"/>
                <a:cs typeface="汉仪旗黑-50简" panose="00020600040101010101" charset="-122"/>
                <a:sym typeface="汉仪旗黑-50简" panose="00020600040101010101" charset="-122"/>
              </a:rPr>
              <a:t>依据自己的牌，同学们可以自由寻找另外四个同伴，五个人</a:t>
            </a:r>
            <a:r>
              <a:rPr lang="zh-CN" altLang="en-US" dirty="0">
                <a:solidFill>
                  <a:srgbClr val="FF0000"/>
                </a:solidFill>
                <a:latin typeface="方正粗金陵简体" panose="02000000000000000000" charset="-122"/>
                <a:ea typeface="方正粗金陵简体" panose="02000000000000000000" charset="-122"/>
                <a:cs typeface="汉仪旗黑-50简" panose="00020600040101010101" charset="-122"/>
                <a:sym typeface="汉仪旗黑-50简" panose="00020600040101010101" charset="-122"/>
              </a:rPr>
              <a:t>五张牌形成一个牌型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方正粗金陵简体" panose="02000000000000000000" charset="-122"/>
                <a:ea typeface="方正粗金陵简体" panose="02000000000000000000" charset="-122"/>
                <a:cs typeface="汉仪旗黑-50简" panose="00020600040101010101" charset="-122"/>
                <a:sym typeface="汉仪旗黑-50简" panose="00020600040101010101" charset="-122"/>
              </a:rPr>
              <a:t>。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方正粗金陵简体" panose="02000000000000000000" charset="-122"/>
              <a:ea typeface="方正粗金陵简体" panose="02000000000000000000" charset="-122"/>
              <a:cs typeface="汉仪旗黑-50简" panose="00020600040101010101" charset="-122"/>
              <a:sym typeface="汉仪旗黑-50简" panose="00020600040101010101" charset="-122"/>
            </a:endParaRPr>
          </a:p>
        </p:txBody>
      </p:sp>
      <p:sp>
        <p:nvSpPr>
          <p:cNvPr id="35" name="文本框 22"/>
          <p:cNvSpPr txBox="1"/>
          <p:nvPr/>
        </p:nvSpPr>
        <p:spPr>
          <a:xfrm flipH="1">
            <a:off x="6719570" y="6985635"/>
            <a:ext cx="5599430" cy="126047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 fontAlgn="auto">
              <a:lnSpc>
                <a:spcPct val="130000"/>
              </a:lnSpc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方正粗金陵简体" panose="02000000000000000000" charset="-122"/>
                <a:ea typeface="方正粗金陵简体" panose="02000000000000000000" charset="-122"/>
                <a:cs typeface="汉仪旗黑-50简" panose="00020600040101010101" charset="-122"/>
                <a:sym typeface="汉仪旗黑-50简" panose="00020600040101010101" charset="-122"/>
              </a:rPr>
              <a:t>各组</a:t>
            </a:r>
            <a:r>
              <a:rPr lang="zh-CN" altLang="en-US" sz="2000" dirty="0">
                <a:solidFill>
                  <a:srgbClr val="FF0000"/>
                </a:solidFill>
                <a:latin typeface="方正粗金陵简体" panose="02000000000000000000" charset="-122"/>
                <a:ea typeface="方正粗金陵简体" panose="02000000000000000000" charset="-122"/>
                <a:cs typeface="汉仪旗黑-50简" panose="00020600040101010101" charset="-122"/>
                <a:sym typeface="汉仪旗黑-50简" panose="00020600040101010101" charset="-122"/>
              </a:rPr>
              <a:t>坐下后不得向别组开牌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方正粗金陵简体" panose="02000000000000000000" charset="-122"/>
                <a:ea typeface="方正粗金陵简体" panose="02000000000000000000" charset="-122"/>
                <a:cs typeface="汉仪旗黑-50简" panose="00020600040101010101" charset="-122"/>
                <a:sym typeface="汉仪旗黑-50简" panose="00020600040101010101" charset="-122"/>
              </a:rPr>
              <a:t>透露你们的牌色。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方正粗金陵简体" panose="02000000000000000000" charset="-122"/>
              <a:ea typeface="方正粗金陵简体" panose="02000000000000000000" charset="-122"/>
              <a:cs typeface="汉仪旗黑-50简" panose="00020600040101010101" charset="-122"/>
              <a:sym typeface="汉仪旗黑-50简" panose="00020600040101010101" charset="-122"/>
            </a:endParaRPr>
          </a:p>
          <a:p>
            <a:pPr lvl="0" algn="just" fontAlgn="auto">
              <a:lnSpc>
                <a:spcPct val="130000"/>
              </a:lnSpc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方正粗金陵简体" panose="02000000000000000000" charset="-122"/>
                <a:ea typeface="方正粗金陵简体" panose="02000000000000000000" charset="-122"/>
                <a:cs typeface="汉仪旗黑-50简" panose="00020600040101010101" charset="-122"/>
                <a:sym typeface="汉仪旗黑-50简" panose="00020600040101010101" charset="-122"/>
              </a:rPr>
              <a:t>等全部人都坐下再一一按顺序上讲台摊牌。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方正粗金陵简体" panose="02000000000000000000" charset="-122"/>
              <a:ea typeface="方正粗金陵简体" panose="02000000000000000000" charset="-122"/>
              <a:cs typeface="汉仪旗黑-50简" panose="00020600040101010101" charset="-122"/>
              <a:sym typeface="汉仪旗黑-50简" panose="00020600040101010101" charset="-122"/>
            </a:endParaRPr>
          </a:p>
          <a:p>
            <a:pPr lvl="0" algn="just" fontAlgn="auto">
              <a:lnSpc>
                <a:spcPct val="120000"/>
              </a:lnSpc>
            </a:pP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方正粗金陵简体" panose="02000000000000000000" charset="-122"/>
              <a:ea typeface="方正粗金陵简体" panose="02000000000000000000" charset="-122"/>
              <a:cs typeface="汉仪旗黑-50简" panose="00020600040101010101" charset="-122"/>
              <a:sym typeface="汉仪旗黑-50简" panose="00020600040101010101" charset="-122"/>
            </a:endParaRPr>
          </a:p>
        </p:txBody>
      </p:sp>
      <p:sp>
        <p:nvSpPr>
          <p:cNvPr id="37" name="文本框 22"/>
          <p:cNvSpPr txBox="1"/>
          <p:nvPr/>
        </p:nvSpPr>
        <p:spPr>
          <a:xfrm flipH="1">
            <a:off x="758825" y="-3543300"/>
            <a:ext cx="5600065" cy="341503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 fontAlgn="auto">
              <a:lnSpc>
                <a:spcPct val="120000"/>
              </a:lnSpc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方正粗金陵简体" panose="02000000000000000000" charset="-122"/>
                <a:ea typeface="方正粗金陵简体" panose="02000000000000000000" charset="-122"/>
                <a:cs typeface="方正粗金陵简体" panose="02000000000000000000" charset="-122"/>
                <a:sym typeface="汉仪旗黑-50简" panose="00020600040101010101" charset="-122"/>
              </a:rPr>
              <a:t>你可以通过向别人展示自己牌，配合你的表情和动作去邀请别人跟你同组。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方正粗金陵简体" panose="02000000000000000000" charset="-122"/>
              <a:ea typeface="方正粗金陵简体" panose="02000000000000000000" charset="-122"/>
              <a:cs typeface="方正粗金陵简体" panose="02000000000000000000" charset="-122"/>
              <a:sym typeface="汉仪旗黑-50简" panose="00020600040101010101" charset="-122"/>
            </a:endParaRPr>
          </a:p>
          <a:p>
            <a:pPr lvl="0" algn="just" fontAlgn="auto">
              <a:lnSpc>
                <a:spcPct val="120000"/>
              </a:lnSpc>
            </a:pP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方正粗金陵简体" panose="02000000000000000000" charset="-122"/>
              <a:ea typeface="方正粗金陵简体" panose="02000000000000000000" charset="-122"/>
              <a:cs typeface="方正粗金陵简体" panose="02000000000000000000" charset="-122"/>
              <a:sym typeface="汉仪旗黑-50简" panose="00020600040101010101" charset="-122"/>
            </a:endParaRPr>
          </a:p>
          <a:p>
            <a:pPr lvl="0" algn="just" fontAlgn="auto">
              <a:lnSpc>
                <a:spcPct val="120000"/>
              </a:lnSpc>
            </a:pPr>
            <a:r>
              <a:rPr lang="zh-CN" altLang="en-US" sz="2000">
                <a:latin typeface="方正粗金陵简体" panose="02000000000000000000" charset="-122"/>
                <a:ea typeface="方正粗金陵简体" panose="02000000000000000000" charset="-122"/>
                <a:cs typeface="方正粗金陵简体" panose="02000000000000000000" charset="-122"/>
                <a:sym typeface="+mn-ea"/>
              </a:rPr>
              <a:t>若有同学发出声音，必须</a:t>
            </a:r>
            <a:r>
              <a:rPr lang="zh-CN" altLang="en-US" sz="2000">
                <a:solidFill>
                  <a:srgbClr val="FF0000"/>
                </a:solidFill>
                <a:latin typeface="方正粗金陵简体" panose="02000000000000000000" charset="-122"/>
                <a:ea typeface="方正粗金陵简体" panose="02000000000000000000" charset="-122"/>
                <a:cs typeface="方正粗金陵简体" panose="02000000000000000000" charset="-122"/>
                <a:sym typeface="+mn-ea"/>
              </a:rPr>
              <a:t>原地封印</a:t>
            </a:r>
            <a:r>
              <a:rPr lang="en-US" altLang="zh-CN" sz="2000">
                <a:solidFill>
                  <a:srgbClr val="FF0000"/>
                </a:solidFill>
                <a:latin typeface="方正粗金陵简体" panose="02000000000000000000" charset="-122"/>
                <a:ea typeface="方正粗金陵简体" panose="02000000000000000000" charset="-122"/>
                <a:cs typeface="方正粗金陵简体" panose="02000000000000000000" charset="-122"/>
                <a:sym typeface="+mn-ea"/>
              </a:rPr>
              <a:t>20</a:t>
            </a:r>
            <a:r>
              <a:rPr lang="zh-CN" altLang="en-US" sz="2000">
                <a:solidFill>
                  <a:srgbClr val="FF0000"/>
                </a:solidFill>
                <a:latin typeface="方正粗金陵简体" panose="02000000000000000000" charset="-122"/>
                <a:ea typeface="方正粗金陵简体" panose="02000000000000000000" charset="-122"/>
                <a:cs typeface="方正粗金陵简体" panose="02000000000000000000" charset="-122"/>
                <a:sym typeface="+mn-ea"/>
              </a:rPr>
              <a:t>秒</a:t>
            </a:r>
            <a:r>
              <a:rPr lang="zh-CN" altLang="en-US" sz="2000" b="1">
                <a:latin typeface="方正粗金陵简体" panose="02000000000000000000" charset="-122"/>
                <a:ea typeface="方正粗金陵简体" panose="02000000000000000000" charset="-122"/>
                <a:cs typeface="方正粗金陵简体" panose="02000000000000000000" charset="-122"/>
                <a:sym typeface="+mn-ea"/>
              </a:rPr>
              <a:t>（</a:t>
            </a:r>
            <a:r>
              <a:rPr lang="zh-CN" altLang="en-US" sz="2000">
                <a:latin typeface="方正粗金陵简体" panose="02000000000000000000" charset="-122"/>
                <a:ea typeface="方正粗金陵简体" panose="02000000000000000000" charset="-122"/>
                <a:cs typeface="方正粗金陵简体" panose="02000000000000000000" charset="-122"/>
                <a:sym typeface="+mn-ea"/>
              </a:rPr>
              <a:t>做</a:t>
            </a:r>
            <a:r>
              <a:rPr lang="en-US" altLang="zh-CN" sz="2000">
                <a:latin typeface="方正粗金陵简体" panose="02000000000000000000" charset="-122"/>
                <a:ea typeface="方正粗金陵简体" panose="02000000000000000000" charset="-122"/>
                <a:cs typeface="方正粗金陵简体" panose="02000000000000000000" charset="-122"/>
                <a:sym typeface="+mn-ea"/>
              </a:rPr>
              <a:t>20</a:t>
            </a:r>
            <a:r>
              <a:rPr lang="zh-CN" altLang="en-US" sz="2000">
                <a:latin typeface="方正粗金陵简体" panose="02000000000000000000" charset="-122"/>
                <a:ea typeface="方正粗金陵简体" panose="02000000000000000000" charset="-122"/>
                <a:cs typeface="方正粗金陵简体" panose="02000000000000000000" charset="-122"/>
                <a:sym typeface="+mn-ea"/>
              </a:rPr>
              <a:t>个蹲下起立），在封印期间，不能寻找同伴。</a:t>
            </a:r>
            <a:endParaRPr lang="zh-CN" altLang="en-US" sz="2000">
              <a:latin typeface="方正粗金陵简体" panose="02000000000000000000" charset="-122"/>
              <a:ea typeface="方正粗金陵简体" panose="02000000000000000000" charset="-122"/>
              <a:cs typeface="方正粗金陵简体" panose="02000000000000000000" charset="-122"/>
              <a:sym typeface="+mn-ea"/>
            </a:endParaRPr>
          </a:p>
          <a:p>
            <a:pPr lvl="0" algn="just" fontAlgn="auto">
              <a:lnSpc>
                <a:spcPct val="120000"/>
              </a:lnSpc>
            </a:pPr>
            <a:endParaRPr lang="zh-CN" altLang="en-US" sz="2000">
              <a:latin typeface="方正粗金陵简体" panose="02000000000000000000" charset="-122"/>
              <a:ea typeface="方正粗金陵简体" panose="02000000000000000000" charset="-122"/>
              <a:cs typeface="方正粗金陵简体" panose="02000000000000000000" charset="-122"/>
              <a:sym typeface="+mn-ea"/>
            </a:endParaRPr>
          </a:p>
          <a:p>
            <a:pPr lvl="0" algn="just" fontAlgn="auto">
              <a:lnSpc>
                <a:spcPct val="120000"/>
              </a:lnSpc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方正粗金陵简体" panose="02000000000000000000" charset="-122"/>
                <a:ea typeface="方正粗金陵简体" panose="02000000000000000000" charset="-122"/>
                <a:cs typeface="方正粗金陵简体" panose="02000000000000000000" charset="-122"/>
                <a:sym typeface="汉仪旗黑-50简" panose="00020600040101010101" charset="-122"/>
              </a:rPr>
              <a:t>确定五人成组之后按指定顺序坐下，坐下之后如果</a:t>
            </a:r>
            <a:r>
              <a:rPr lang="zh-CN" altLang="en-US" sz="2000" dirty="0">
                <a:solidFill>
                  <a:srgbClr val="FF0000"/>
                </a:solidFill>
                <a:latin typeface="方正粗金陵简体" panose="02000000000000000000" charset="-122"/>
                <a:ea typeface="方正粗金陵简体" panose="02000000000000000000" charset="-122"/>
                <a:cs typeface="方正粗金陵简体" panose="02000000000000000000" charset="-122"/>
                <a:sym typeface="汉仪旗黑-50简" panose="00020600040101010101" charset="-122"/>
              </a:rPr>
              <a:t>有组员叛变，剩下的人必须重新来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方正粗金陵简体" panose="02000000000000000000" charset="-122"/>
                <a:ea typeface="方正粗金陵简体" panose="02000000000000000000" charset="-122"/>
                <a:cs typeface="方正粗金陵简体" panose="02000000000000000000" charset="-122"/>
                <a:sym typeface="汉仪旗黑-50简" panose="00020600040101010101" charset="-122"/>
              </a:rPr>
              <a:t>。</a:t>
            </a:r>
            <a:endParaRPr lang="zh-CN" altLang="en-US" sz="2000">
              <a:solidFill>
                <a:schemeClr val="tx1">
                  <a:lumMod val="75000"/>
                  <a:lumOff val="25000"/>
                </a:schemeClr>
              </a:solidFill>
              <a:latin typeface="方正粗金陵简体" panose="02000000000000000000" charset="-122"/>
              <a:ea typeface="方正粗金陵简体" panose="02000000000000000000" charset="-122"/>
              <a:cs typeface="方正粗金陵简体" panose="02000000000000000000" charset="-122"/>
            </a:endParaRPr>
          </a:p>
          <a:p>
            <a:pPr lvl="0" algn="just" fontAlgn="auto">
              <a:lnSpc>
                <a:spcPct val="120000"/>
              </a:lnSpc>
            </a:pP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方正粗金陵简体" panose="02000000000000000000" charset="-122"/>
              <a:ea typeface="方正粗金陵简体" panose="02000000000000000000" charset="-122"/>
              <a:cs typeface="方正粗金陵简体" panose="02000000000000000000" charset="-122"/>
              <a:sym typeface="汉仪旗黑-50简" panose="00020600040101010101" charset="-122"/>
            </a:endParaRPr>
          </a:p>
        </p:txBody>
      </p:sp>
      <p:pic>
        <p:nvPicPr>
          <p:cNvPr id="4" name="图片 3" descr="æªå±2022-11-20_21.15.18-removebg-previe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3265" y="-142240"/>
            <a:ext cx="2331720" cy="2894965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758825" y="2462530"/>
            <a:ext cx="6475730" cy="1259840"/>
            <a:chOff x="347" y="3382"/>
            <a:chExt cx="10198" cy="1984"/>
          </a:xfrm>
        </p:grpSpPr>
        <p:sp>
          <p:nvSpPr>
            <p:cNvPr id="24" name="任意多边形: 形状 23"/>
            <p:cNvSpPr/>
            <p:nvPr/>
          </p:nvSpPr>
          <p:spPr>
            <a:xfrm>
              <a:off x="347" y="3382"/>
              <a:ext cx="10199" cy="1984"/>
            </a:xfrm>
            <a:custGeom>
              <a:avLst/>
              <a:gdLst>
                <a:gd name="connsiteX0" fmla="*/ 249041 w 5792329"/>
                <a:gd name="connsiteY0" fmla="*/ 0 h 979236"/>
                <a:gd name="connsiteX1" fmla="*/ 5258979 w 5792329"/>
                <a:gd name="connsiteY1" fmla="*/ 0 h 979236"/>
                <a:gd name="connsiteX2" fmla="*/ 5309170 w 5792329"/>
                <a:gd name="connsiteY2" fmla="*/ 5060 h 979236"/>
                <a:gd name="connsiteX3" fmla="*/ 5320919 w 5792329"/>
                <a:gd name="connsiteY3" fmla="*/ 8707 h 979236"/>
                <a:gd name="connsiteX4" fmla="*/ 5404275 w 5792329"/>
                <a:gd name="connsiteY4" fmla="*/ 17110 h 979236"/>
                <a:gd name="connsiteX5" fmla="*/ 5792329 w 5792329"/>
                <a:gd name="connsiteY5" fmla="*/ 493236 h 979236"/>
                <a:gd name="connsiteX6" fmla="*/ 5306329 w 5792329"/>
                <a:gd name="connsiteY6" fmla="*/ 979236 h 979236"/>
                <a:gd name="connsiteX7" fmla="*/ 4830203 w 5792329"/>
                <a:gd name="connsiteY7" fmla="*/ 591182 h 979236"/>
                <a:gd name="connsiteX8" fmla="*/ 4820818 w 5792329"/>
                <a:gd name="connsiteY8" fmla="*/ 498082 h 979236"/>
                <a:gd name="connsiteX9" fmla="*/ 249041 w 5792329"/>
                <a:gd name="connsiteY9" fmla="*/ 498082 h 979236"/>
                <a:gd name="connsiteX10" fmla="*/ 0 w 5792329"/>
                <a:gd name="connsiteY10" fmla="*/ 249041 h 979236"/>
                <a:gd name="connsiteX11" fmla="*/ 249041 w 5792329"/>
                <a:gd name="connsiteY11" fmla="*/ 0 h 979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2329" h="979236">
                  <a:moveTo>
                    <a:pt x="249041" y="0"/>
                  </a:moveTo>
                  <a:lnTo>
                    <a:pt x="5258979" y="0"/>
                  </a:lnTo>
                  <a:cubicBezTo>
                    <a:pt x="5276172" y="0"/>
                    <a:pt x="5292958" y="1742"/>
                    <a:pt x="5309170" y="5060"/>
                  </a:cubicBezTo>
                  <a:lnTo>
                    <a:pt x="5320919" y="8707"/>
                  </a:lnTo>
                  <a:lnTo>
                    <a:pt x="5404275" y="17110"/>
                  </a:lnTo>
                  <a:cubicBezTo>
                    <a:pt x="5625737" y="62428"/>
                    <a:pt x="5792329" y="258377"/>
                    <a:pt x="5792329" y="493236"/>
                  </a:cubicBezTo>
                  <a:cubicBezTo>
                    <a:pt x="5792329" y="761646"/>
                    <a:pt x="5574739" y="979236"/>
                    <a:pt x="5306329" y="979236"/>
                  </a:cubicBezTo>
                  <a:cubicBezTo>
                    <a:pt x="5071470" y="979236"/>
                    <a:pt x="4875521" y="812644"/>
                    <a:pt x="4830203" y="591182"/>
                  </a:cubicBezTo>
                  <a:lnTo>
                    <a:pt x="4820818" y="498082"/>
                  </a:lnTo>
                  <a:lnTo>
                    <a:pt x="249041" y="498082"/>
                  </a:lnTo>
                  <a:cubicBezTo>
                    <a:pt x="111499" y="498082"/>
                    <a:pt x="0" y="386583"/>
                    <a:pt x="0" y="249041"/>
                  </a:cubicBezTo>
                  <a:cubicBezTo>
                    <a:pt x="0" y="111499"/>
                    <a:pt x="111499" y="0"/>
                    <a:pt x="249041" y="0"/>
                  </a:cubicBezTo>
                  <a:close/>
                </a:path>
              </a:pathLst>
            </a:custGeom>
            <a:solidFill>
              <a:srgbClr val="24A5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汉仪旗黑-50简" panose="00020600040101010101" charset="-122"/>
                <a:ea typeface="汉仪旗黑-50简" panose="00020600040101010101" charset="-122"/>
                <a:cs typeface="汉仪旗黑-50简" panose="00020600040101010101" charset="-122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9475" y="4035"/>
              <a:ext cx="732" cy="1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600" b="1" dirty="0">
                  <a:solidFill>
                    <a:schemeClr val="bg1"/>
                  </a:solidFill>
                  <a:latin typeface="Comic Sans MS Bold" panose="030F0702030302020204" charset="0"/>
                  <a:ea typeface="汉仪旗黑-50简" panose="00020600040101010101" charset="-122"/>
                  <a:cs typeface="Comic Sans MS Bold" panose="030F0702030302020204" charset="0"/>
                </a:rPr>
                <a:t>B</a:t>
              </a:r>
              <a:endParaRPr lang="en-US" altLang="zh-CN" sz="3600" dirty="0">
                <a:solidFill>
                  <a:schemeClr val="bg1"/>
                </a:solidFill>
                <a:latin typeface="汉仪旗黑-50简" panose="00020600040101010101" charset="-122"/>
                <a:ea typeface="汉仪旗黑-50简" panose="00020600040101010101" charset="-122"/>
                <a:cs typeface="汉仪旗黑-50简" panose="00020600040101010101" charset="-122"/>
              </a:endParaRPr>
            </a:p>
          </p:txBody>
        </p:sp>
        <p:sp>
          <p:nvSpPr>
            <p:cNvPr id="36" name="文本框 20"/>
            <p:cNvSpPr txBox="1"/>
            <p:nvPr/>
          </p:nvSpPr>
          <p:spPr>
            <a:xfrm flipH="1">
              <a:off x="586" y="3382"/>
              <a:ext cx="9031" cy="957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fontAlgn="auto">
                <a:lnSpc>
                  <a:spcPct val="120000"/>
                </a:lnSpc>
              </a:pPr>
              <a:r>
                <a:rPr lang="zh-CN" altLang="en-US" sz="2800" dirty="0">
                  <a:solidFill>
                    <a:schemeClr val="bg1"/>
                  </a:solidFill>
                  <a:latin typeface="方正粗金陵简体" panose="02000000000000000000" charset="-122"/>
                  <a:ea typeface="方正粗金陵简体" panose="02000000000000000000" charset="-122"/>
                  <a:cs typeface="汉仪旗黑-50简" panose="00020600040101010101" charset="-122"/>
                  <a:sym typeface="汉仪旗黑-50简" panose="00020600040101010101" charset="-122"/>
                </a:rPr>
                <a:t>从拿到你的牌开始，</a:t>
              </a:r>
              <a:r>
                <a:rPr lang="zh-CN" altLang="en-US" sz="2800" b="1" dirty="0">
                  <a:solidFill>
                    <a:schemeClr val="bg1"/>
                  </a:solidFill>
                  <a:latin typeface="方正粗金陵简体" panose="02000000000000000000" charset="-122"/>
                  <a:ea typeface="方正粗金陵简体" panose="02000000000000000000" charset="-122"/>
                  <a:cs typeface="汉仪旗黑-50简" panose="00020600040101010101" charset="-122"/>
                  <a:sym typeface="汉仪旗黑-50简" panose="00020600040101010101" charset="-122"/>
                </a:rPr>
                <a:t>全程不能说话</a:t>
              </a:r>
              <a:r>
                <a:rPr lang="zh-CN" altLang="en-US" sz="2800" dirty="0">
                  <a:solidFill>
                    <a:schemeClr val="bg1"/>
                  </a:solidFill>
                  <a:latin typeface="方正粗金陵简体" panose="02000000000000000000" charset="-122"/>
                  <a:ea typeface="方正粗金陵简体" panose="02000000000000000000" charset="-122"/>
                  <a:cs typeface="汉仪旗黑-50简" panose="00020600040101010101" charset="-122"/>
                  <a:sym typeface="汉仪旗黑-50简" panose="00020600040101010101" charset="-122"/>
                </a:rPr>
                <a:t>。</a:t>
              </a:r>
              <a:endParaRPr lang="zh-CN" altLang="en-US" sz="2800" dirty="0">
                <a:solidFill>
                  <a:schemeClr val="bg1"/>
                </a:solidFill>
                <a:latin typeface="方正粗金陵简体" panose="02000000000000000000" charset="-122"/>
                <a:ea typeface="方正粗金陵简体" panose="02000000000000000000" charset="-122"/>
                <a:cs typeface="汉仪旗黑-50简" panose="00020600040101010101" charset="-122"/>
                <a:sym typeface="汉仪旗黑-50简" panose="00020600040101010101" charset="-122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5190" y="1572260"/>
            <a:ext cx="4343400" cy="762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1565" y="4823460"/>
            <a:ext cx="5076190" cy="11480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3127375"/>
            <a:ext cx="5600700" cy="34194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67900" y="3980180"/>
            <a:ext cx="2009775" cy="685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圆角矩形 7"/>
          <p:cNvSpPr/>
          <p:nvPr/>
        </p:nvSpPr>
        <p:spPr>
          <a:xfrm>
            <a:off x="7573010" y="842911"/>
            <a:ext cx="2744470" cy="1493520"/>
          </a:xfrm>
          <a:prstGeom prst="roundRect">
            <a:avLst>
              <a:gd name="adj" fmla="val 0"/>
            </a:avLst>
          </a:prstGeom>
          <a:blipFill rotWithShape="1">
            <a:blip r:embed="rId1" cstate="print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ym typeface="+mn-ea"/>
            </a:endParaRPr>
          </a:p>
        </p:txBody>
      </p:sp>
      <p:sp>
        <p:nvSpPr>
          <p:cNvPr id="25" name="圆角矩形 2"/>
          <p:cNvSpPr/>
          <p:nvPr/>
        </p:nvSpPr>
        <p:spPr>
          <a:xfrm>
            <a:off x="7573010" y="2441841"/>
            <a:ext cx="4476115" cy="1920240"/>
          </a:xfrm>
          <a:prstGeom prst="roundRect">
            <a:avLst>
              <a:gd name="adj" fmla="val 0"/>
            </a:avLst>
          </a:prstGeom>
          <a:blipFill rotWithShape="1">
            <a:blip r:embed="rId2" cstate="print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ym typeface="+mn-ea"/>
            </a:endParaRPr>
          </a:p>
        </p:txBody>
      </p:sp>
      <p:sp>
        <p:nvSpPr>
          <p:cNvPr id="26" name="圆角矩形 3"/>
          <p:cNvSpPr/>
          <p:nvPr/>
        </p:nvSpPr>
        <p:spPr>
          <a:xfrm>
            <a:off x="7573010" y="4467491"/>
            <a:ext cx="4084320" cy="1644650"/>
          </a:xfrm>
          <a:prstGeom prst="roundRect">
            <a:avLst>
              <a:gd name="adj" fmla="val 0"/>
            </a:avLst>
          </a:prstGeom>
          <a:blipFill rotWithShape="1">
            <a:blip r:embed="rId3" cstate="print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29920" y="2336165"/>
            <a:ext cx="1503680" cy="133350"/>
          </a:xfrm>
          <a:prstGeom prst="rect">
            <a:avLst/>
          </a:prstGeom>
          <a:solidFill>
            <a:srgbClr val="F6DC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旗黑-50简" panose="0002060004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rcRect r="33487"/>
          <a:stretch>
            <a:fillRect/>
          </a:stretch>
        </p:blipFill>
        <p:spPr>
          <a:xfrm>
            <a:off x="446405" y="1560195"/>
            <a:ext cx="3065780" cy="77597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rcRect b="49852"/>
          <a:stretch>
            <a:fillRect/>
          </a:stretch>
        </p:blipFill>
        <p:spPr>
          <a:xfrm>
            <a:off x="629920" y="2700655"/>
            <a:ext cx="8922385" cy="11842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8605" y="96520"/>
            <a:ext cx="1689735" cy="50863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rcRect t="52030"/>
          <a:stretch>
            <a:fillRect/>
          </a:stretch>
        </p:blipFill>
        <p:spPr>
          <a:xfrm>
            <a:off x="629920" y="3884930"/>
            <a:ext cx="9122410" cy="11582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 flipH="1">
            <a:off x="-1480" y="747797"/>
            <a:ext cx="3084644" cy="3556358"/>
            <a:chOff x="9107356" y="0"/>
            <a:chExt cx="3084644" cy="3556358"/>
          </a:xfrm>
        </p:grpSpPr>
        <p:sp>
          <p:nvSpPr>
            <p:cNvPr id="29" name="任意多边形: 形状 28"/>
            <p:cNvSpPr/>
            <p:nvPr/>
          </p:nvSpPr>
          <p:spPr>
            <a:xfrm>
              <a:off x="9107356" y="0"/>
              <a:ext cx="3084644" cy="3556358"/>
            </a:xfrm>
            <a:custGeom>
              <a:avLst/>
              <a:gdLst>
                <a:gd name="connsiteX0" fmla="*/ 237564 w 3084644"/>
                <a:gd name="connsiteY0" fmla="*/ 0 h 3556358"/>
                <a:gd name="connsiteX1" fmla="*/ 3084644 w 3084644"/>
                <a:gd name="connsiteY1" fmla="*/ 0 h 3556358"/>
                <a:gd name="connsiteX2" fmla="*/ 3084644 w 3084644"/>
                <a:gd name="connsiteY2" fmla="*/ 3484300 h 3556358"/>
                <a:gd name="connsiteX3" fmla="*/ 3001802 w 3084644"/>
                <a:gd name="connsiteY3" fmla="*/ 3505601 h 3556358"/>
                <a:gd name="connsiteX4" fmla="*/ 2498306 w 3084644"/>
                <a:gd name="connsiteY4" fmla="*/ 3556358 h 3556358"/>
                <a:gd name="connsiteX5" fmla="*/ 0 w 3084644"/>
                <a:gd name="connsiteY5" fmla="*/ 1058052 h 3556358"/>
                <a:gd name="connsiteX6" fmla="*/ 196329 w 3084644"/>
                <a:gd name="connsiteY6" fmla="*/ 85599 h 3556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84644" h="3556358">
                  <a:moveTo>
                    <a:pt x="237564" y="0"/>
                  </a:moveTo>
                  <a:lnTo>
                    <a:pt x="3084644" y="0"/>
                  </a:lnTo>
                  <a:lnTo>
                    <a:pt x="3084644" y="3484300"/>
                  </a:lnTo>
                  <a:lnTo>
                    <a:pt x="3001802" y="3505601"/>
                  </a:lnTo>
                  <a:cubicBezTo>
                    <a:pt x="2839168" y="3538881"/>
                    <a:pt x="2670778" y="3556358"/>
                    <a:pt x="2498306" y="3556358"/>
                  </a:cubicBezTo>
                  <a:cubicBezTo>
                    <a:pt x="1118530" y="3556358"/>
                    <a:pt x="0" y="2437828"/>
                    <a:pt x="0" y="1058052"/>
                  </a:cubicBezTo>
                  <a:cubicBezTo>
                    <a:pt x="0" y="713108"/>
                    <a:pt x="69908" y="384492"/>
                    <a:pt x="196329" y="85599"/>
                  </a:cubicBezTo>
                  <a:close/>
                </a:path>
              </a:pathLst>
            </a:custGeom>
            <a:solidFill>
              <a:srgbClr val="4D2417"/>
            </a:solidFill>
            <a:ln w="539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汉仪旗黑-50简" panose="00020600040101010101" charset="-122"/>
              </a:endParaRPr>
            </a:p>
          </p:txBody>
        </p:sp>
        <p:sp>
          <p:nvSpPr>
            <p:cNvPr id="30" name="任意多边形: 形状 29"/>
            <p:cNvSpPr/>
            <p:nvPr/>
          </p:nvSpPr>
          <p:spPr>
            <a:xfrm>
              <a:off x="9177563" y="0"/>
              <a:ext cx="3014437" cy="3486151"/>
            </a:xfrm>
            <a:custGeom>
              <a:avLst/>
              <a:gdLst>
                <a:gd name="connsiteX0" fmla="*/ 245212 w 3014437"/>
                <a:gd name="connsiteY0" fmla="*/ 0 h 3486151"/>
                <a:gd name="connsiteX1" fmla="*/ 3014437 w 3014437"/>
                <a:gd name="connsiteY1" fmla="*/ 0 h 3486151"/>
                <a:gd name="connsiteX2" fmla="*/ 3014437 w 3014437"/>
                <a:gd name="connsiteY2" fmla="*/ 3411882 h 3486151"/>
                <a:gd name="connsiteX3" fmla="*/ 2917446 w 3014437"/>
                <a:gd name="connsiteY3" fmla="*/ 3436821 h 3486151"/>
                <a:gd name="connsiteX4" fmla="*/ 2428099 w 3014437"/>
                <a:gd name="connsiteY4" fmla="*/ 3486151 h 3486151"/>
                <a:gd name="connsiteX5" fmla="*/ 0 w 3014437"/>
                <a:gd name="connsiteY5" fmla="*/ 1058052 h 3486151"/>
                <a:gd name="connsiteX6" fmla="*/ 190812 w 3014437"/>
                <a:gd name="connsiteY6" fmla="*/ 112926 h 3486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14437" h="3486151">
                  <a:moveTo>
                    <a:pt x="245212" y="0"/>
                  </a:moveTo>
                  <a:lnTo>
                    <a:pt x="3014437" y="0"/>
                  </a:lnTo>
                  <a:lnTo>
                    <a:pt x="3014437" y="3411882"/>
                  </a:lnTo>
                  <a:lnTo>
                    <a:pt x="2917446" y="3436821"/>
                  </a:lnTo>
                  <a:cubicBezTo>
                    <a:pt x="2759382" y="3469165"/>
                    <a:pt x="2595724" y="3486151"/>
                    <a:pt x="2428099" y="3486151"/>
                  </a:cubicBezTo>
                  <a:cubicBezTo>
                    <a:pt x="1087097" y="3486151"/>
                    <a:pt x="0" y="2399054"/>
                    <a:pt x="0" y="1058052"/>
                  </a:cubicBezTo>
                  <a:cubicBezTo>
                    <a:pt x="0" y="722802"/>
                    <a:pt x="67944" y="403420"/>
                    <a:pt x="190812" y="112926"/>
                  </a:cubicBezTo>
                  <a:close/>
                </a:path>
              </a:pathLst>
            </a:custGeom>
            <a:solidFill>
              <a:srgbClr val="209598"/>
            </a:solidFill>
            <a:ln w="539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汉仪旗黑-50简" panose="00020600040101010101" charset="-122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9496701" y="0"/>
              <a:ext cx="2695299" cy="3167013"/>
            </a:xfrm>
            <a:custGeom>
              <a:avLst/>
              <a:gdLst>
                <a:gd name="connsiteX0" fmla="*/ 286615 w 2695299"/>
                <a:gd name="connsiteY0" fmla="*/ 0 h 3167013"/>
                <a:gd name="connsiteX1" fmla="*/ 2695299 w 2695299"/>
                <a:gd name="connsiteY1" fmla="*/ 0 h 3167013"/>
                <a:gd name="connsiteX2" fmla="*/ 2695299 w 2695299"/>
                <a:gd name="connsiteY2" fmla="*/ 3082690 h 3167013"/>
                <a:gd name="connsiteX3" fmla="*/ 2533990 w 2695299"/>
                <a:gd name="connsiteY3" fmla="*/ 3124166 h 3167013"/>
                <a:gd name="connsiteX4" fmla="*/ 2108961 w 2695299"/>
                <a:gd name="connsiteY4" fmla="*/ 3167013 h 3167013"/>
                <a:gd name="connsiteX5" fmla="*/ 0 w 2695299"/>
                <a:gd name="connsiteY5" fmla="*/ 1058052 h 3167013"/>
                <a:gd name="connsiteX6" fmla="*/ 254540 w 2695299"/>
                <a:gd name="connsiteY6" fmla="*/ 52796 h 3167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95299" h="3167013">
                  <a:moveTo>
                    <a:pt x="286615" y="0"/>
                  </a:moveTo>
                  <a:lnTo>
                    <a:pt x="2695299" y="0"/>
                  </a:lnTo>
                  <a:lnTo>
                    <a:pt x="2695299" y="3082690"/>
                  </a:lnTo>
                  <a:lnTo>
                    <a:pt x="2533990" y="3124166"/>
                  </a:lnTo>
                  <a:cubicBezTo>
                    <a:pt x="2396702" y="3152260"/>
                    <a:pt x="2254554" y="3167013"/>
                    <a:pt x="2108961" y="3167013"/>
                  </a:cubicBezTo>
                  <a:cubicBezTo>
                    <a:pt x="944214" y="3167013"/>
                    <a:pt x="0" y="2222799"/>
                    <a:pt x="0" y="1058052"/>
                  </a:cubicBezTo>
                  <a:cubicBezTo>
                    <a:pt x="0" y="694069"/>
                    <a:pt x="92208" y="351622"/>
                    <a:pt x="254540" y="52796"/>
                  </a:cubicBezTo>
                  <a:close/>
                </a:path>
              </a:pathLst>
            </a:custGeom>
            <a:solidFill>
              <a:srgbClr val="F6DC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汉仪旗黑-50简" panose="00020600040101010101" charset="-122"/>
              </a:endParaRPr>
            </a:p>
          </p:txBody>
        </p:sp>
      </p:grpSp>
      <p:sp>
        <p:nvSpPr>
          <p:cNvPr id="2" name="矩形: 圆角 1"/>
          <p:cNvSpPr/>
          <p:nvPr/>
        </p:nvSpPr>
        <p:spPr>
          <a:xfrm>
            <a:off x="6237605" y="3066465"/>
            <a:ext cx="5601226" cy="126896"/>
          </a:xfrm>
          <a:prstGeom prst="roundRect">
            <a:avLst>
              <a:gd name="adj" fmla="val 0"/>
            </a:avLst>
          </a:prstGeom>
          <a:solidFill>
            <a:srgbClr val="F6DC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cs typeface="汉仪旗黑-50简" panose="00020600040101010101" charset="-122"/>
            </a:endParaRPr>
          </a:p>
        </p:txBody>
      </p:sp>
      <p:sp>
        <p:nvSpPr>
          <p:cNvPr id="12" name="矩形: 圆顶角 11"/>
          <p:cNvSpPr/>
          <p:nvPr/>
        </p:nvSpPr>
        <p:spPr>
          <a:xfrm>
            <a:off x="213427" y="914400"/>
            <a:ext cx="5557474" cy="59436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4A5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旗黑-50简" panose="00020600040101010101" charset="-122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542535" y="1257866"/>
            <a:ext cx="4899258" cy="4899258"/>
          </a:xfrm>
          <a:prstGeom prst="ellipse">
            <a:avLst/>
          </a:prstGeom>
          <a:blipFill rotWithShape="1">
            <a:blip r:embed="rId1" cstate="print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10180087" y="6364715"/>
            <a:ext cx="1517139" cy="493285"/>
            <a:chOff x="-1783760" y="-309935"/>
            <a:chExt cx="1517139" cy="7207983"/>
          </a:xfrm>
          <a:solidFill>
            <a:srgbClr val="209598"/>
          </a:solidFill>
        </p:grpSpPr>
        <p:sp>
          <p:nvSpPr>
            <p:cNvPr id="22" name="矩形 21"/>
            <p:cNvSpPr/>
            <p:nvPr/>
          </p:nvSpPr>
          <p:spPr>
            <a:xfrm>
              <a:off x="-339768" y="-309935"/>
              <a:ext cx="73147" cy="720798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旗黑-50简" panose="00020600040101010101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-628568" y="-309935"/>
              <a:ext cx="73147" cy="720798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旗黑-50简" panose="00020600040101010101" charset="-122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-917366" y="-309935"/>
              <a:ext cx="73147" cy="720798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旗黑-50简" panose="00020600040101010101" charset="-122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-1206164" y="-309935"/>
              <a:ext cx="73147" cy="720798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旗黑-50简" panose="00020600040101010101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-1494962" y="-309935"/>
              <a:ext cx="73147" cy="720798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旗黑-50简" panose="00020600040101010101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-1783760" y="-309935"/>
              <a:ext cx="73147" cy="720798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旗黑-50简" panose="00020600040101010101" charset="-122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3925" y="1534795"/>
            <a:ext cx="2695575" cy="30429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7605" y="4504690"/>
            <a:ext cx="5776595" cy="46164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8605" y="96520"/>
            <a:ext cx="1689735" cy="5086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: 圆角 9"/>
          <p:cNvSpPr/>
          <p:nvPr/>
        </p:nvSpPr>
        <p:spPr>
          <a:xfrm>
            <a:off x="457200" y="1934356"/>
            <a:ext cx="10363200" cy="731750"/>
          </a:xfrm>
          <a:prstGeom prst="roundRect">
            <a:avLst>
              <a:gd name="adj" fmla="val 0"/>
            </a:avLst>
          </a:prstGeom>
          <a:solidFill>
            <a:srgbClr val="4D24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汉仪旗黑-50简" panose="0002060004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30885" y="2038985"/>
            <a:ext cx="41402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6DC67"/>
                </a:solidFill>
                <a:latin typeface="方正粗金陵简体" panose="02000000000000000000" charset="-122"/>
                <a:ea typeface="方正粗金陵简体" panose="02000000000000000000" charset="-122"/>
                <a:cs typeface="方正粗金陵简体" panose="02000000000000000000" charset="-122"/>
              </a:rPr>
              <a:t>人生如牌局</a:t>
            </a:r>
            <a:r>
              <a:rPr lang="en-US" altLang="zh-CN" sz="2800" dirty="0">
                <a:solidFill>
                  <a:srgbClr val="F6DC67"/>
                </a:solidFill>
                <a:latin typeface="方正粗金陵简体" panose="02000000000000000000" charset="-122"/>
                <a:ea typeface="方正粗金陵简体" panose="02000000000000000000" charset="-122"/>
                <a:cs typeface="方正粗金陵简体" panose="02000000000000000000" charset="-122"/>
              </a:rPr>
              <a:t> </a:t>
            </a:r>
            <a:r>
              <a:rPr lang="zh-CN" altLang="en-US" sz="2800" dirty="0">
                <a:solidFill>
                  <a:srgbClr val="F6DC67"/>
                </a:solidFill>
                <a:latin typeface="方正粗金陵简体" panose="02000000000000000000" charset="-122"/>
                <a:ea typeface="方正粗金陵简体" panose="02000000000000000000" charset="-122"/>
                <a:cs typeface="方正粗金陵简体" panose="02000000000000000000" charset="-122"/>
              </a:rPr>
              <a:t>牌局看人生</a:t>
            </a:r>
            <a:endParaRPr lang="zh-CN" altLang="en-US" sz="2800" dirty="0">
              <a:solidFill>
                <a:srgbClr val="F6DC67"/>
              </a:solidFill>
              <a:latin typeface="方正粗金陵简体" panose="02000000000000000000" charset="-122"/>
              <a:ea typeface="方正粗金陵简体" panose="02000000000000000000" charset="-122"/>
              <a:cs typeface="方正粗金陵简体" panose="02000000000000000000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118" y="2263596"/>
            <a:ext cx="936000" cy="72000"/>
          </a:xfrm>
          <a:prstGeom prst="rect">
            <a:avLst/>
          </a:prstGeom>
          <a:solidFill>
            <a:srgbClr val="F6DC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汉仪旗黑-50简" panose="00020600040101010101" charset="-122"/>
            </a:endParaRPr>
          </a:p>
        </p:txBody>
      </p:sp>
      <p:sp>
        <p:nvSpPr>
          <p:cNvPr id="13" name="任意多边形: 形状 12"/>
          <p:cNvSpPr/>
          <p:nvPr/>
        </p:nvSpPr>
        <p:spPr>
          <a:xfrm>
            <a:off x="6885884" y="1005456"/>
            <a:ext cx="5306117" cy="5852545"/>
          </a:xfrm>
          <a:custGeom>
            <a:avLst/>
            <a:gdLst>
              <a:gd name="connsiteX0" fmla="*/ 3960749 w 5306117"/>
              <a:gd name="connsiteY0" fmla="*/ 0 h 5852545"/>
              <a:gd name="connsiteX1" fmla="*/ 5138554 w 5306117"/>
              <a:gd name="connsiteY1" fmla="*/ 178068 h 5852545"/>
              <a:gd name="connsiteX2" fmla="*/ 5306117 w 5306117"/>
              <a:gd name="connsiteY2" fmla="*/ 234765 h 5852545"/>
              <a:gd name="connsiteX3" fmla="*/ 5306117 w 5306117"/>
              <a:gd name="connsiteY3" fmla="*/ 5852545 h 5852545"/>
              <a:gd name="connsiteX4" fmla="*/ 480391 w 5306117"/>
              <a:gd name="connsiteY4" fmla="*/ 5852545 h 5852545"/>
              <a:gd name="connsiteX5" fmla="*/ 478041 w 5306117"/>
              <a:gd name="connsiteY5" fmla="*/ 5848677 h 5852545"/>
              <a:gd name="connsiteX6" fmla="*/ 0 w 5306117"/>
              <a:gd name="connsiteY6" fmla="*/ 3960749 h 5852545"/>
              <a:gd name="connsiteX7" fmla="*/ 3960749 w 5306117"/>
              <a:gd name="connsiteY7" fmla="*/ 0 h 5852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06117" h="5852545">
                <a:moveTo>
                  <a:pt x="3960749" y="0"/>
                </a:moveTo>
                <a:cubicBezTo>
                  <a:pt x="4370898" y="0"/>
                  <a:pt x="4766486" y="62342"/>
                  <a:pt x="5138554" y="178068"/>
                </a:cubicBezTo>
                <a:lnTo>
                  <a:pt x="5306117" y="234765"/>
                </a:lnTo>
                <a:lnTo>
                  <a:pt x="5306117" y="5852545"/>
                </a:lnTo>
                <a:lnTo>
                  <a:pt x="480391" y="5852545"/>
                </a:lnTo>
                <a:lnTo>
                  <a:pt x="478041" y="5848677"/>
                </a:lnTo>
                <a:cubicBezTo>
                  <a:pt x="173173" y="5287466"/>
                  <a:pt x="0" y="4644331"/>
                  <a:pt x="0" y="3960749"/>
                </a:cubicBezTo>
                <a:cubicBezTo>
                  <a:pt x="0" y="1773288"/>
                  <a:pt x="1773288" y="0"/>
                  <a:pt x="3960749" y="0"/>
                </a:cubicBezTo>
                <a:close/>
              </a:path>
            </a:pathLst>
          </a:custGeom>
          <a:blipFill rotWithShape="1">
            <a:blip r:embed="rId1" cstate="print"/>
            <a:stretch>
              <a:fillRect r="1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 rot="5400000">
            <a:off x="-636810" y="5491929"/>
            <a:ext cx="2157084" cy="152400"/>
            <a:chOff x="8991600" y="586514"/>
            <a:chExt cx="2157084" cy="152400"/>
          </a:xfrm>
          <a:solidFill>
            <a:srgbClr val="24A5A9"/>
          </a:solidFill>
        </p:grpSpPr>
        <p:sp>
          <p:nvSpPr>
            <p:cNvPr id="15" name="椭圆 14"/>
            <p:cNvSpPr/>
            <p:nvPr/>
          </p:nvSpPr>
          <p:spPr>
            <a:xfrm>
              <a:off x="8991600" y="586514"/>
              <a:ext cx="152400" cy="1524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旗黑-50简" panose="00020600040101010101" charset="-122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9392537" y="586514"/>
              <a:ext cx="152400" cy="1524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旗黑-50简" panose="00020600040101010101" charset="-122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9793474" y="586514"/>
              <a:ext cx="152400" cy="1524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旗黑-50简" panose="00020600040101010101" charset="-122"/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10595348" y="586514"/>
              <a:ext cx="152400" cy="1524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旗黑-50简" panose="00020600040101010101" charset="-122"/>
              </a:endParaRPr>
            </a:p>
          </p:txBody>
        </p:sp>
        <p:sp>
          <p:nvSpPr>
            <p:cNvPr id="19" name="椭圆 18"/>
            <p:cNvSpPr/>
            <p:nvPr/>
          </p:nvSpPr>
          <p:spPr>
            <a:xfrm>
              <a:off x="10996284" y="586514"/>
              <a:ext cx="152400" cy="1524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旗黑-50简" panose="00020600040101010101" charset="-122"/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10194411" y="586514"/>
              <a:ext cx="152400" cy="1524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旗黑-50简" panose="00020600040101010101" charset="-122"/>
              </a:endParaRPr>
            </a:p>
          </p:txBody>
        </p:sp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8605" y="96520"/>
            <a:ext cx="1689735" cy="50863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685" y="2799080"/>
            <a:ext cx="5955665" cy="27457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390265" y="3844290"/>
            <a:ext cx="5247640" cy="46037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dist"/>
            <a:r>
              <a:rPr lang="zh-CN" altLang="en-US" sz="2400" dirty="0">
                <a:solidFill>
                  <a:srgbClr val="4D2417"/>
                </a:solidFill>
                <a:latin typeface="汉仪文黑-75简" panose="00020600040101010101" charset="-122"/>
                <a:ea typeface="汉仪文黑-75简" panose="00020600040101010101" charset="-122"/>
                <a:cs typeface="汉仪旗黑-50简" panose="00020600040101010101" charset="-122"/>
              </a:rPr>
              <a:t>人生如牌局，牌局</a:t>
            </a:r>
            <a:r>
              <a:rPr lang="zh-CN" altLang="en-US" sz="2400" dirty="0">
                <a:solidFill>
                  <a:srgbClr val="4D2417"/>
                </a:solidFill>
                <a:latin typeface="汉仪文黑-75简" panose="00020600040101010101" charset="-122"/>
                <a:ea typeface="汉仪文黑-75简" panose="00020600040101010101" charset="-122"/>
                <a:cs typeface="汉仪旗黑-50简" panose="00020600040101010101" charset="-122"/>
              </a:rPr>
              <a:t>看人生。</a:t>
            </a:r>
            <a:endParaRPr lang="zh-CN" altLang="en-US" sz="2400" dirty="0">
              <a:solidFill>
                <a:srgbClr val="4D2417"/>
              </a:solidFill>
              <a:latin typeface="汉仪文黑-75简" panose="00020600040101010101" charset="-122"/>
              <a:ea typeface="汉仪文黑-75简" panose="00020600040101010101" charset="-122"/>
              <a:cs typeface="汉仪旗黑-50简" panose="0002060004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2255" y="1819275"/>
            <a:ext cx="6423025" cy="18846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tags/tag1.xml><?xml version="1.0" encoding="utf-8"?>
<p:tagLst xmlns:p="http://schemas.openxmlformats.org/presentationml/2006/main">
  <p:tag name="KSO_WPP_MARK_KEY" val="8eb6d0f3-3a01-417f-9af3-633b7a159533"/>
  <p:tag name="COMMONDATA" val="eyJoZGlkIjoiOTIxMWY3Y2NkYTVkNDQ4OWMyYzViZDlhOGNlNjFmZmE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汉仪旗黑-50简"/>
        <a:ea typeface=""/>
        <a:cs typeface=""/>
        <a:font script="Jpan" typeface="游ゴシック Light"/>
        <a:font script="Hang" typeface="맑은 고딕"/>
        <a:font script="Hans" typeface="汉仪旗黑-50简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汉仪旗黑-50简"/>
        <a:ea typeface=""/>
        <a:cs typeface=""/>
        <a:font script="Jpan" typeface="游ゴシック"/>
        <a:font script="Hang" typeface="맑은 고딕"/>
        <a:font script="Hans" typeface="汉仪旗黑-50简"/>
        <a:font script="Hant" typeface="新細明體"/>
        <a:font script="Arab" typeface="汉仪旗黑-50简"/>
        <a:font script="Hebr" typeface="汉仪旗黑-50简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汉仪旗黑-50简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汉仪旗黑-50简"/>
        <a:ea typeface=""/>
        <a:cs typeface=""/>
        <a:font script="Jpan" typeface="游ゴシック Light"/>
        <a:font script="Hang" typeface="맑은 고딕"/>
        <a:font script="Hans" typeface="汉仪旗黑-50简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汉仪旗黑-50简"/>
        <a:ea typeface=""/>
        <a:cs typeface=""/>
        <a:font script="Jpan" typeface="游ゴシック"/>
        <a:font script="Hang" typeface="맑은 고딕"/>
        <a:font script="Hans" typeface="汉仪旗黑-50简"/>
        <a:font script="Hant" typeface="新細明體"/>
        <a:font script="Arab" typeface="汉仪旗黑-50简"/>
        <a:font script="Hebr" typeface="汉仪旗黑-50简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汉仪旗黑-50简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汉仪旗黑-50简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汉仪旗黑-50简"/>
        <a:ea typeface=""/>
        <a:cs typeface=""/>
        <a:font script="Jpan" typeface="ＭＳ Ｐゴシック"/>
        <a:font script="Hang" typeface="맑은 고딕"/>
        <a:font script="Hans" typeface="汉仪旗黑-50简"/>
        <a:font script="Hant" typeface="新細明體"/>
        <a:font script="Arab" typeface="汉仪旗黑-50简"/>
        <a:font script="Hebr" typeface="汉仪旗黑-50简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汉仪旗黑-50简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256</Words>
  <Application>WPS 演示</Application>
  <PresentationFormat>宽屏</PresentationFormat>
  <Paragraphs>31</Paragraphs>
  <Slides>8</Slides>
  <Notes>2</Notes>
  <HiddenSlides>1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2" baseType="lpstr">
      <vt:lpstr>Arial</vt:lpstr>
      <vt:lpstr>宋体</vt:lpstr>
      <vt:lpstr>Wingdings</vt:lpstr>
      <vt:lpstr>汉仪旗黑-50简</vt:lpstr>
      <vt:lpstr>黑体</vt:lpstr>
      <vt:lpstr>汉仪舒圆黑简体</vt:lpstr>
      <vt:lpstr>汉仪文黑-75简</vt:lpstr>
      <vt:lpstr>方正粗金陵简体</vt:lpstr>
      <vt:lpstr>Comic Sans MS Bold</vt:lpstr>
      <vt:lpstr>微软雅黑</vt:lpstr>
      <vt:lpstr>Arial Unicode MS</vt:lpstr>
      <vt:lpstr>Comic Sans MS</vt:lpstr>
      <vt:lpstr>方正清仿宋 简 Bold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Pang P</dc:creator>
  <cp:lastModifiedBy>yA0</cp:lastModifiedBy>
  <cp:revision>46</cp:revision>
  <dcterms:created xsi:type="dcterms:W3CDTF">2022-11-20T13:42:00Z</dcterms:created>
  <dcterms:modified xsi:type="dcterms:W3CDTF">2025-11-04T00:48:07Z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00C6260944284F978DCDC946CDD31D02</vt:lpwstr>
  </property>
  <property fmtid="{D5CDD505-2E9C-101B-9397-08002B2CF9AE}" pid="3" name="KSOProductBuildVer">
    <vt:lpwstr>2052-12.1.0.23125</vt:lpwstr>
  </property>
</Properties>
</file>